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9"/>
  </p:notesMasterIdLst>
  <p:sldIdLst>
    <p:sldId id="256" r:id="rId2"/>
    <p:sldId id="257" r:id="rId3"/>
    <p:sldId id="269" r:id="rId4"/>
    <p:sldId id="258" r:id="rId5"/>
    <p:sldId id="259" r:id="rId6"/>
    <p:sldId id="260" r:id="rId7"/>
    <p:sldId id="261" r:id="rId8"/>
    <p:sldId id="262" r:id="rId9"/>
    <p:sldId id="264" r:id="rId10"/>
    <p:sldId id="265" r:id="rId11"/>
    <p:sldId id="266" r:id="rId12"/>
    <p:sldId id="270" r:id="rId13"/>
    <p:sldId id="271" r:id="rId14"/>
    <p:sldId id="272" r:id="rId15"/>
    <p:sldId id="273" r:id="rId16"/>
    <p:sldId id="263" r:id="rId17"/>
    <p:sldId id="274" r:id="rId18"/>
  </p:sldIdLst>
  <p:sldSz cx="11879263" cy="6840538"/>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22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1608876"/>
      </p:ext>
    </p:extLst>
  </p:cSld>
  <p:clrMap bg1="lt1" tx1="dk1" bg2="lt2" tx2="dk2" accent1="accent1" accent2="accent2" accent3="accent3" accent4="accent4" accent5="accent5" accent6="accent6" hlink="hlink" folHlink="folHlink"/>
  <p:notesStyle>
    <a:lvl1pPr marL="0" algn="l" defTabSz="898489" rtl="0" eaLnBrk="1" latinLnBrk="0" hangingPunct="1">
      <a:defRPr sz="1179" kern="1200">
        <a:solidFill>
          <a:schemeClr val="tx1"/>
        </a:solidFill>
        <a:latin typeface="+mn-lt"/>
        <a:ea typeface="+mn-ea"/>
        <a:cs typeface="+mn-cs"/>
      </a:defRPr>
    </a:lvl1pPr>
    <a:lvl2pPr marL="449245" algn="l" defTabSz="898489" rtl="0" eaLnBrk="1" latinLnBrk="0" hangingPunct="1">
      <a:defRPr sz="1179" kern="1200">
        <a:solidFill>
          <a:schemeClr val="tx1"/>
        </a:solidFill>
        <a:latin typeface="+mn-lt"/>
        <a:ea typeface="+mn-ea"/>
        <a:cs typeface="+mn-cs"/>
      </a:defRPr>
    </a:lvl2pPr>
    <a:lvl3pPr marL="898489" algn="l" defTabSz="898489" rtl="0" eaLnBrk="1" latinLnBrk="0" hangingPunct="1">
      <a:defRPr sz="1179" kern="1200">
        <a:solidFill>
          <a:schemeClr val="tx1"/>
        </a:solidFill>
        <a:latin typeface="+mn-lt"/>
        <a:ea typeface="+mn-ea"/>
        <a:cs typeface="+mn-cs"/>
      </a:defRPr>
    </a:lvl3pPr>
    <a:lvl4pPr marL="1347734" algn="l" defTabSz="898489" rtl="0" eaLnBrk="1" latinLnBrk="0" hangingPunct="1">
      <a:defRPr sz="1179" kern="1200">
        <a:solidFill>
          <a:schemeClr val="tx1"/>
        </a:solidFill>
        <a:latin typeface="+mn-lt"/>
        <a:ea typeface="+mn-ea"/>
        <a:cs typeface="+mn-cs"/>
      </a:defRPr>
    </a:lvl4pPr>
    <a:lvl5pPr marL="1796979" algn="l" defTabSz="898489" rtl="0" eaLnBrk="1" latinLnBrk="0" hangingPunct="1">
      <a:defRPr sz="1179" kern="1200">
        <a:solidFill>
          <a:schemeClr val="tx1"/>
        </a:solidFill>
        <a:latin typeface="+mn-lt"/>
        <a:ea typeface="+mn-ea"/>
        <a:cs typeface="+mn-cs"/>
      </a:defRPr>
    </a:lvl5pPr>
    <a:lvl6pPr marL="2246224" algn="l" defTabSz="898489" rtl="0" eaLnBrk="1" latinLnBrk="0" hangingPunct="1">
      <a:defRPr sz="1179" kern="1200">
        <a:solidFill>
          <a:schemeClr val="tx1"/>
        </a:solidFill>
        <a:latin typeface="+mn-lt"/>
        <a:ea typeface="+mn-ea"/>
        <a:cs typeface="+mn-cs"/>
      </a:defRPr>
    </a:lvl6pPr>
    <a:lvl7pPr marL="2695468" algn="l" defTabSz="898489" rtl="0" eaLnBrk="1" latinLnBrk="0" hangingPunct="1">
      <a:defRPr sz="1179" kern="1200">
        <a:solidFill>
          <a:schemeClr val="tx1"/>
        </a:solidFill>
        <a:latin typeface="+mn-lt"/>
        <a:ea typeface="+mn-ea"/>
        <a:cs typeface="+mn-cs"/>
      </a:defRPr>
    </a:lvl7pPr>
    <a:lvl8pPr marL="3144713" algn="l" defTabSz="898489" rtl="0" eaLnBrk="1" latinLnBrk="0" hangingPunct="1">
      <a:defRPr sz="1179" kern="1200">
        <a:solidFill>
          <a:schemeClr val="tx1"/>
        </a:solidFill>
        <a:latin typeface="+mn-lt"/>
        <a:ea typeface="+mn-ea"/>
        <a:cs typeface="+mn-cs"/>
      </a:defRPr>
    </a:lvl8pPr>
    <a:lvl9pPr marL="3593958" algn="l" defTabSz="898489" rtl="0" eaLnBrk="1" latinLnBrk="0" hangingPunct="1">
      <a:defRPr sz="117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84908" y="1119505"/>
            <a:ext cx="8909447" cy="2381521"/>
          </a:xfrm>
        </p:spPr>
        <p:txBody>
          <a:bodyPr anchor="b"/>
          <a:lstStyle>
            <a:lvl1pPr algn="ctr">
              <a:defRPr sz="5846"/>
            </a:lvl1pPr>
          </a:lstStyle>
          <a:p>
            <a:r>
              <a:rPr lang="en-US"/>
              <a:t>Click to edit Master title style</a:t>
            </a:r>
            <a:endParaRPr lang="en-US" dirty="0"/>
          </a:p>
        </p:txBody>
      </p:sp>
      <p:sp>
        <p:nvSpPr>
          <p:cNvPr id="3" name="Subtitle 2"/>
          <p:cNvSpPr>
            <a:spLocks noGrp="1"/>
          </p:cNvSpPr>
          <p:nvPr>
            <p:ph type="subTitle" idx="1"/>
          </p:nvPr>
        </p:nvSpPr>
        <p:spPr>
          <a:xfrm>
            <a:off x="1484908" y="3592866"/>
            <a:ext cx="8909447" cy="1651546"/>
          </a:xfrm>
        </p:spPr>
        <p:txBody>
          <a:bodyPr/>
          <a:lstStyle>
            <a:lvl1pPr marL="0" indent="0" algn="ctr">
              <a:buNone/>
              <a:defRPr sz="2338"/>
            </a:lvl1pPr>
            <a:lvl2pPr marL="445450" indent="0" algn="ctr">
              <a:buNone/>
              <a:defRPr sz="1949"/>
            </a:lvl2pPr>
            <a:lvl3pPr marL="890900" indent="0" algn="ctr">
              <a:buNone/>
              <a:defRPr sz="1754"/>
            </a:lvl3pPr>
            <a:lvl4pPr marL="1336350" indent="0" algn="ctr">
              <a:buNone/>
              <a:defRPr sz="1559"/>
            </a:lvl4pPr>
            <a:lvl5pPr marL="1781800" indent="0" algn="ctr">
              <a:buNone/>
              <a:defRPr sz="1559"/>
            </a:lvl5pPr>
            <a:lvl6pPr marL="2227250" indent="0" algn="ctr">
              <a:buNone/>
              <a:defRPr sz="1559"/>
            </a:lvl6pPr>
            <a:lvl7pPr marL="2672700" indent="0" algn="ctr">
              <a:buNone/>
              <a:defRPr sz="1559"/>
            </a:lvl7pPr>
            <a:lvl8pPr marL="3118150" indent="0" algn="ctr">
              <a:buNone/>
              <a:defRPr sz="1559"/>
            </a:lvl8pPr>
            <a:lvl9pPr marL="3563600" indent="0" algn="ctr">
              <a:buNone/>
              <a:defRPr sz="155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2149842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9749840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0512" y="1705385"/>
            <a:ext cx="10245864" cy="2845473"/>
          </a:xfrm>
        </p:spPr>
        <p:txBody>
          <a:bodyPr anchor="b"/>
          <a:lstStyle>
            <a:lvl1pPr>
              <a:defRPr sz="5846"/>
            </a:lvl1pPr>
          </a:lstStyle>
          <a:p>
            <a:r>
              <a:rPr lang="en-US"/>
              <a:t>Click to edit Master title style</a:t>
            </a:r>
            <a:endParaRPr lang="en-US" dirty="0"/>
          </a:p>
        </p:txBody>
      </p:sp>
      <p:sp>
        <p:nvSpPr>
          <p:cNvPr id="3" name="Text Placeholder 2"/>
          <p:cNvSpPr>
            <a:spLocks noGrp="1"/>
          </p:cNvSpPr>
          <p:nvPr>
            <p:ph type="body" idx="1"/>
          </p:nvPr>
        </p:nvSpPr>
        <p:spPr>
          <a:xfrm>
            <a:off x="810512" y="4577778"/>
            <a:ext cx="10245864" cy="1496367"/>
          </a:xfrm>
        </p:spPr>
        <p:txBody>
          <a:bodyPr/>
          <a:lstStyle>
            <a:lvl1pPr marL="0" indent="0">
              <a:buNone/>
              <a:defRPr sz="2338">
                <a:solidFill>
                  <a:schemeClr val="tx1">
                    <a:tint val="75000"/>
                  </a:schemeClr>
                </a:solidFill>
              </a:defRPr>
            </a:lvl1pPr>
            <a:lvl2pPr marL="445450" indent="0">
              <a:buNone/>
              <a:defRPr sz="1949">
                <a:solidFill>
                  <a:schemeClr val="tx1">
                    <a:tint val="75000"/>
                  </a:schemeClr>
                </a:solidFill>
              </a:defRPr>
            </a:lvl2pPr>
            <a:lvl3pPr marL="890900" indent="0">
              <a:buNone/>
              <a:defRPr sz="1754">
                <a:solidFill>
                  <a:schemeClr val="tx1">
                    <a:tint val="75000"/>
                  </a:schemeClr>
                </a:solidFill>
              </a:defRPr>
            </a:lvl3pPr>
            <a:lvl4pPr marL="1336350" indent="0">
              <a:buNone/>
              <a:defRPr sz="1559">
                <a:solidFill>
                  <a:schemeClr val="tx1">
                    <a:tint val="75000"/>
                  </a:schemeClr>
                </a:solidFill>
              </a:defRPr>
            </a:lvl4pPr>
            <a:lvl5pPr marL="1781800" indent="0">
              <a:buNone/>
              <a:defRPr sz="1559">
                <a:solidFill>
                  <a:schemeClr val="tx1">
                    <a:tint val="75000"/>
                  </a:schemeClr>
                </a:solidFill>
              </a:defRPr>
            </a:lvl5pPr>
            <a:lvl6pPr marL="2227250" indent="0">
              <a:buNone/>
              <a:defRPr sz="1559">
                <a:solidFill>
                  <a:schemeClr val="tx1">
                    <a:tint val="75000"/>
                  </a:schemeClr>
                </a:solidFill>
              </a:defRPr>
            </a:lvl6pPr>
            <a:lvl7pPr marL="2672700" indent="0">
              <a:buNone/>
              <a:defRPr sz="1559">
                <a:solidFill>
                  <a:schemeClr val="tx1">
                    <a:tint val="75000"/>
                  </a:schemeClr>
                </a:solidFill>
              </a:defRPr>
            </a:lvl7pPr>
            <a:lvl8pPr marL="3118150" indent="0">
              <a:buNone/>
              <a:defRPr sz="1559">
                <a:solidFill>
                  <a:schemeClr val="tx1">
                    <a:tint val="75000"/>
                  </a:schemeClr>
                </a:solidFill>
              </a:defRPr>
            </a:lvl8pPr>
            <a:lvl9pPr marL="3563600" indent="0">
              <a:buNone/>
              <a:defRPr sz="155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4666376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6699" y="1820976"/>
            <a:ext cx="5048687" cy="4340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3877" y="1820976"/>
            <a:ext cx="5048687" cy="4340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297057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8247" y="364196"/>
            <a:ext cx="10245864" cy="132218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18247" y="1676882"/>
            <a:ext cx="5025485" cy="821814"/>
          </a:xfrm>
        </p:spPr>
        <p:txBody>
          <a:bodyPr anchor="b"/>
          <a:lstStyle>
            <a:lvl1pPr marL="0" indent="0">
              <a:buNone/>
              <a:defRPr sz="2338" b="1"/>
            </a:lvl1pPr>
            <a:lvl2pPr marL="445450" indent="0">
              <a:buNone/>
              <a:defRPr sz="1949" b="1"/>
            </a:lvl2pPr>
            <a:lvl3pPr marL="890900" indent="0">
              <a:buNone/>
              <a:defRPr sz="1754" b="1"/>
            </a:lvl3pPr>
            <a:lvl4pPr marL="1336350" indent="0">
              <a:buNone/>
              <a:defRPr sz="1559" b="1"/>
            </a:lvl4pPr>
            <a:lvl5pPr marL="1781800" indent="0">
              <a:buNone/>
              <a:defRPr sz="1559" b="1"/>
            </a:lvl5pPr>
            <a:lvl6pPr marL="2227250" indent="0">
              <a:buNone/>
              <a:defRPr sz="1559" b="1"/>
            </a:lvl6pPr>
            <a:lvl7pPr marL="2672700" indent="0">
              <a:buNone/>
              <a:defRPr sz="1559" b="1"/>
            </a:lvl7pPr>
            <a:lvl8pPr marL="3118150" indent="0">
              <a:buNone/>
              <a:defRPr sz="1559" b="1"/>
            </a:lvl8pPr>
            <a:lvl9pPr marL="3563600" indent="0">
              <a:buNone/>
              <a:defRPr sz="1559" b="1"/>
            </a:lvl9pPr>
          </a:lstStyle>
          <a:p>
            <a:pPr lvl="0"/>
            <a:r>
              <a:rPr lang="en-US"/>
              <a:t>Click to edit Master text styles</a:t>
            </a:r>
          </a:p>
        </p:txBody>
      </p:sp>
      <p:sp>
        <p:nvSpPr>
          <p:cNvPr id="4" name="Content Placeholder 3"/>
          <p:cNvSpPr>
            <a:spLocks noGrp="1"/>
          </p:cNvSpPr>
          <p:nvPr>
            <p:ph sz="half" idx="2"/>
          </p:nvPr>
        </p:nvSpPr>
        <p:spPr>
          <a:xfrm>
            <a:off x="818247" y="2498697"/>
            <a:ext cx="5025485" cy="36752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13877" y="1676882"/>
            <a:ext cx="5050234" cy="821814"/>
          </a:xfrm>
        </p:spPr>
        <p:txBody>
          <a:bodyPr anchor="b"/>
          <a:lstStyle>
            <a:lvl1pPr marL="0" indent="0">
              <a:buNone/>
              <a:defRPr sz="2338" b="1"/>
            </a:lvl1pPr>
            <a:lvl2pPr marL="445450" indent="0">
              <a:buNone/>
              <a:defRPr sz="1949" b="1"/>
            </a:lvl2pPr>
            <a:lvl3pPr marL="890900" indent="0">
              <a:buNone/>
              <a:defRPr sz="1754" b="1"/>
            </a:lvl3pPr>
            <a:lvl4pPr marL="1336350" indent="0">
              <a:buNone/>
              <a:defRPr sz="1559" b="1"/>
            </a:lvl4pPr>
            <a:lvl5pPr marL="1781800" indent="0">
              <a:buNone/>
              <a:defRPr sz="1559" b="1"/>
            </a:lvl5pPr>
            <a:lvl6pPr marL="2227250" indent="0">
              <a:buNone/>
              <a:defRPr sz="1559" b="1"/>
            </a:lvl6pPr>
            <a:lvl7pPr marL="2672700" indent="0">
              <a:buNone/>
              <a:defRPr sz="1559" b="1"/>
            </a:lvl7pPr>
            <a:lvl8pPr marL="3118150" indent="0">
              <a:buNone/>
              <a:defRPr sz="1559" b="1"/>
            </a:lvl8pPr>
            <a:lvl9pPr marL="3563600" indent="0">
              <a:buNone/>
              <a:defRPr sz="1559" b="1"/>
            </a:lvl9pPr>
          </a:lstStyle>
          <a:p>
            <a:pPr lvl="0"/>
            <a:r>
              <a:rPr lang="en-US"/>
              <a:t>Click to edit Master text styles</a:t>
            </a:r>
          </a:p>
        </p:txBody>
      </p:sp>
      <p:sp>
        <p:nvSpPr>
          <p:cNvPr id="6" name="Content Placeholder 5"/>
          <p:cNvSpPr>
            <a:spLocks noGrp="1"/>
          </p:cNvSpPr>
          <p:nvPr>
            <p:ph sz="quarter" idx="4"/>
          </p:nvPr>
        </p:nvSpPr>
        <p:spPr>
          <a:xfrm>
            <a:off x="6013877" y="2498697"/>
            <a:ext cx="5050234" cy="36752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964957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3919554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5307088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247" y="456036"/>
            <a:ext cx="3831371" cy="1596126"/>
          </a:xfrm>
        </p:spPr>
        <p:txBody>
          <a:bodyPr anchor="b"/>
          <a:lstStyle>
            <a:lvl1pPr>
              <a:defRPr sz="3118"/>
            </a:lvl1pPr>
          </a:lstStyle>
          <a:p>
            <a:r>
              <a:rPr lang="en-US"/>
              <a:t>Click to edit Master title style</a:t>
            </a:r>
            <a:endParaRPr lang="en-US" dirty="0"/>
          </a:p>
        </p:txBody>
      </p:sp>
      <p:sp>
        <p:nvSpPr>
          <p:cNvPr id="3" name="Content Placeholder 2"/>
          <p:cNvSpPr>
            <a:spLocks noGrp="1"/>
          </p:cNvSpPr>
          <p:nvPr>
            <p:ph idx="1"/>
          </p:nvPr>
        </p:nvSpPr>
        <p:spPr>
          <a:xfrm>
            <a:off x="5050234" y="984911"/>
            <a:ext cx="6013877" cy="4861216"/>
          </a:xfrm>
        </p:spPr>
        <p:txBody>
          <a:bodyPr/>
          <a:lstStyle>
            <a:lvl1pPr>
              <a:defRPr sz="3118"/>
            </a:lvl1pPr>
            <a:lvl2pPr>
              <a:defRPr sz="2728"/>
            </a:lvl2pPr>
            <a:lvl3pPr>
              <a:defRPr sz="2338"/>
            </a:lvl3pPr>
            <a:lvl4pPr>
              <a:defRPr sz="1949"/>
            </a:lvl4pPr>
            <a:lvl5pPr>
              <a:defRPr sz="1949"/>
            </a:lvl5pPr>
            <a:lvl6pPr>
              <a:defRPr sz="1949"/>
            </a:lvl6pPr>
            <a:lvl7pPr>
              <a:defRPr sz="1949"/>
            </a:lvl7pPr>
            <a:lvl8pPr>
              <a:defRPr sz="1949"/>
            </a:lvl8pPr>
            <a:lvl9pPr>
              <a:defRPr sz="19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8247" y="2052161"/>
            <a:ext cx="3831371" cy="3801883"/>
          </a:xfrm>
        </p:spPr>
        <p:txBody>
          <a:bodyPr/>
          <a:lstStyle>
            <a:lvl1pPr marL="0" indent="0">
              <a:buNone/>
              <a:defRPr sz="1559"/>
            </a:lvl1pPr>
            <a:lvl2pPr marL="445450" indent="0">
              <a:buNone/>
              <a:defRPr sz="1364"/>
            </a:lvl2pPr>
            <a:lvl3pPr marL="890900" indent="0">
              <a:buNone/>
              <a:defRPr sz="1169"/>
            </a:lvl3pPr>
            <a:lvl4pPr marL="1336350" indent="0">
              <a:buNone/>
              <a:defRPr sz="974"/>
            </a:lvl4pPr>
            <a:lvl5pPr marL="1781800" indent="0">
              <a:buNone/>
              <a:defRPr sz="974"/>
            </a:lvl5pPr>
            <a:lvl6pPr marL="2227250" indent="0">
              <a:buNone/>
              <a:defRPr sz="974"/>
            </a:lvl6pPr>
            <a:lvl7pPr marL="2672700" indent="0">
              <a:buNone/>
              <a:defRPr sz="974"/>
            </a:lvl7pPr>
            <a:lvl8pPr marL="3118150" indent="0">
              <a:buNone/>
              <a:defRPr sz="974"/>
            </a:lvl8pPr>
            <a:lvl9pPr marL="3563600" indent="0">
              <a:buNone/>
              <a:defRPr sz="974"/>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5642440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247" y="456036"/>
            <a:ext cx="3831371" cy="1596126"/>
          </a:xfrm>
        </p:spPr>
        <p:txBody>
          <a:bodyPr anchor="b"/>
          <a:lstStyle>
            <a:lvl1pPr>
              <a:defRPr sz="3118"/>
            </a:lvl1pPr>
          </a:lstStyle>
          <a:p>
            <a:r>
              <a:rPr lang="en-US"/>
              <a:t>Click to edit Master title style</a:t>
            </a:r>
            <a:endParaRPr lang="en-US" dirty="0"/>
          </a:p>
        </p:txBody>
      </p:sp>
      <p:sp>
        <p:nvSpPr>
          <p:cNvPr id="3" name="Picture Placeholder 2"/>
          <p:cNvSpPr>
            <a:spLocks noGrp="1" noChangeAspect="1"/>
          </p:cNvSpPr>
          <p:nvPr>
            <p:ph type="pic" idx="1"/>
          </p:nvPr>
        </p:nvSpPr>
        <p:spPr>
          <a:xfrm>
            <a:off x="5050234" y="984911"/>
            <a:ext cx="6013877" cy="4861216"/>
          </a:xfrm>
        </p:spPr>
        <p:txBody>
          <a:bodyPr anchor="t"/>
          <a:lstStyle>
            <a:lvl1pPr marL="0" indent="0">
              <a:buNone/>
              <a:defRPr sz="3118"/>
            </a:lvl1pPr>
            <a:lvl2pPr marL="445450" indent="0">
              <a:buNone/>
              <a:defRPr sz="2728"/>
            </a:lvl2pPr>
            <a:lvl3pPr marL="890900" indent="0">
              <a:buNone/>
              <a:defRPr sz="2338"/>
            </a:lvl3pPr>
            <a:lvl4pPr marL="1336350" indent="0">
              <a:buNone/>
              <a:defRPr sz="1949"/>
            </a:lvl4pPr>
            <a:lvl5pPr marL="1781800" indent="0">
              <a:buNone/>
              <a:defRPr sz="1949"/>
            </a:lvl5pPr>
            <a:lvl6pPr marL="2227250" indent="0">
              <a:buNone/>
              <a:defRPr sz="1949"/>
            </a:lvl6pPr>
            <a:lvl7pPr marL="2672700" indent="0">
              <a:buNone/>
              <a:defRPr sz="1949"/>
            </a:lvl7pPr>
            <a:lvl8pPr marL="3118150" indent="0">
              <a:buNone/>
              <a:defRPr sz="1949"/>
            </a:lvl8pPr>
            <a:lvl9pPr marL="3563600" indent="0">
              <a:buNone/>
              <a:defRPr sz="1949"/>
            </a:lvl9pPr>
          </a:lstStyle>
          <a:p>
            <a:r>
              <a:rPr lang="en-US"/>
              <a:t>Click icon to add picture</a:t>
            </a:r>
            <a:endParaRPr lang="en-US" dirty="0"/>
          </a:p>
        </p:txBody>
      </p:sp>
      <p:sp>
        <p:nvSpPr>
          <p:cNvPr id="4" name="Text Placeholder 3"/>
          <p:cNvSpPr>
            <a:spLocks noGrp="1"/>
          </p:cNvSpPr>
          <p:nvPr>
            <p:ph type="body" sz="half" idx="2"/>
          </p:nvPr>
        </p:nvSpPr>
        <p:spPr>
          <a:xfrm>
            <a:off x="818247" y="2052161"/>
            <a:ext cx="3831371" cy="3801883"/>
          </a:xfrm>
        </p:spPr>
        <p:txBody>
          <a:bodyPr/>
          <a:lstStyle>
            <a:lvl1pPr marL="0" indent="0">
              <a:buNone/>
              <a:defRPr sz="1559"/>
            </a:lvl1pPr>
            <a:lvl2pPr marL="445450" indent="0">
              <a:buNone/>
              <a:defRPr sz="1364"/>
            </a:lvl2pPr>
            <a:lvl3pPr marL="890900" indent="0">
              <a:buNone/>
              <a:defRPr sz="1169"/>
            </a:lvl3pPr>
            <a:lvl4pPr marL="1336350" indent="0">
              <a:buNone/>
              <a:defRPr sz="974"/>
            </a:lvl4pPr>
            <a:lvl5pPr marL="1781800" indent="0">
              <a:buNone/>
              <a:defRPr sz="974"/>
            </a:lvl5pPr>
            <a:lvl6pPr marL="2227250" indent="0">
              <a:buNone/>
              <a:defRPr sz="974"/>
            </a:lvl6pPr>
            <a:lvl7pPr marL="2672700" indent="0">
              <a:buNone/>
              <a:defRPr sz="974"/>
            </a:lvl7pPr>
            <a:lvl8pPr marL="3118150" indent="0">
              <a:buNone/>
              <a:defRPr sz="974"/>
            </a:lvl8pPr>
            <a:lvl9pPr marL="3563600" indent="0">
              <a:buNone/>
              <a:defRPr sz="974"/>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378101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986644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01098" y="364195"/>
            <a:ext cx="2561466" cy="579704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6700" y="364195"/>
            <a:ext cx="7535907" cy="57970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1097239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0767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6700" y="364196"/>
            <a:ext cx="10245864" cy="132218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16700" y="1820976"/>
            <a:ext cx="10245864" cy="43402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16699" y="6340166"/>
            <a:ext cx="2672834" cy="364195"/>
          </a:xfrm>
          <a:prstGeom prst="rect">
            <a:avLst/>
          </a:prstGeom>
        </p:spPr>
        <p:txBody>
          <a:bodyPr vert="horz" lIns="91440" tIns="45720" rIns="91440" bIns="45720" rtlCol="0" anchor="ctr"/>
          <a:lstStyle>
            <a:lvl1pPr algn="l">
              <a:defRPr sz="1169">
                <a:solidFill>
                  <a:schemeClr val="tx1">
                    <a:tint val="75000"/>
                  </a:schemeClr>
                </a:solidFill>
              </a:defRPr>
            </a:lvl1pPr>
          </a:lstStyle>
          <a:p>
            <a:fld id="{C764DE79-268F-4C1A-8933-263129D2AF90}" type="datetimeFigureOut">
              <a:rPr lang="en-US" dirty="0"/>
              <a:t>11/8/2025</a:t>
            </a:fld>
            <a:endParaRPr lang="en-US" dirty="0"/>
          </a:p>
        </p:txBody>
      </p:sp>
      <p:sp>
        <p:nvSpPr>
          <p:cNvPr id="5" name="Footer Placeholder 4"/>
          <p:cNvSpPr>
            <a:spLocks noGrp="1"/>
          </p:cNvSpPr>
          <p:nvPr>
            <p:ph type="ftr" sz="quarter" idx="3"/>
          </p:nvPr>
        </p:nvSpPr>
        <p:spPr>
          <a:xfrm>
            <a:off x="3935006" y="6340166"/>
            <a:ext cx="4009251" cy="364195"/>
          </a:xfrm>
          <a:prstGeom prst="rect">
            <a:avLst/>
          </a:prstGeom>
        </p:spPr>
        <p:txBody>
          <a:bodyPr vert="horz" lIns="91440" tIns="45720" rIns="91440" bIns="45720" rtlCol="0" anchor="ctr"/>
          <a:lstStyle>
            <a:lvl1pPr algn="ctr">
              <a:defRPr sz="1169">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389730" y="6340166"/>
            <a:ext cx="2672834" cy="364195"/>
          </a:xfrm>
          <a:prstGeom prst="rect">
            <a:avLst/>
          </a:prstGeom>
        </p:spPr>
        <p:txBody>
          <a:bodyPr vert="horz" lIns="91440" tIns="45720" rIns="91440" bIns="45720" rtlCol="0" anchor="ctr"/>
          <a:lstStyle>
            <a:lvl1pPr algn="r">
              <a:defRPr sz="1169">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55658779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890900" rtl="0" eaLnBrk="1" latinLnBrk="0" hangingPunct="1">
        <a:lnSpc>
          <a:spcPct val="90000"/>
        </a:lnSpc>
        <a:spcBef>
          <a:spcPct val="0"/>
        </a:spcBef>
        <a:buNone/>
        <a:defRPr sz="4287" kern="1200">
          <a:solidFill>
            <a:schemeClr val="tx1"/>
          </a:solidFill>
          <a:latin typeface="+mj-lt"/>
          <a:ea typeface="+mj-ea"/>
          <a:cs typeface="+mj-cs"/>
        </a:defRPr>
      </a:lvl1pPr>
    </p:titleStyle>
    <p:bodyStyle>
      <a:lvl1pPr marL="222725" indent="-222725" algn="l" defTabSz="890900" rtl="0" eaLnBrk="1" latinLnBrk="0" hangingPunct="1">
        <a:lnSpc>
          <a:spcPct val="90000"/>
        </a:lnSpc>
        <a:spcBef>
          <a:spcPts val="974"/>
        </a:spcBef>
        <a:buFont typeface="Arial" panose="020B0604020202020204" pitchFamily="34" charset="0"/>
        <a:buChar char="•"/>
        <a:defRPr sz="2728" kern="1200">
          <a:solidFill>
            <a:schemeClr val="tx1"/>
          </a:solidFill>
          <a:latin typeface="+mn-lt"/>
          <a:ea typeface="+mn-ea"/>
          <a:cs typeface="+mn-cs"/>
        </a:defRPr>
      </a:lvl1pPr>
      <a:lvl2pPr marL="668175" indent="-222725" algn="l" defTabSz="890900" rtl="0" eaLnBrk="1" latinLnBrk="0" hangingPunct="1">
        <a:lnSpc>
          <a:spcPct val="90000"/>
        </a:lnSpc>
        <a:spcBef>
          <a:spcPts val="487"/>
        </a:spcBef>
        <a:buFont typeface="Arial" panose="020B0604020202020204" pitchFamily="34" charset="0"/>
        <a:buChar char="•"/>
        <a:defRPr sz="2338" kern="1200">
          <a:solidFill>
            <a:schemeClr val="tx1"/>
          </a:solidFill>
          <a:latin typeface="+mn-lt"/>
          <a:ea typeface="+mn-ea"/>
          <a:cs typeface="+mn-cs"/>
        </a:defRPr>
      </a:lvl2pPr>
      <a:lvl3pPr marL="1113625" indent="-222725" algn="l" defTabSz="890900" rtl="0" eaLnBrk="1" latinLnBrk="0" hangingPunct="1">
        <a:lnSpc>
          <a:spcPct val="90000"/>
        </a:lnSpc>
        <a:spcBef>
          <a:spcPts val="487"/>
        </a:spcBef>
        <a:buFont typeface="Arial" panose="020B0604020202020204" pitchFamily="34" charset="0"/>
        <a:buChar char="•"/>
        <a:defRPr sz="1949" kern="1200">
          <a:solidFill>
            <a:schemeClr val="tx1"/>
          </a:solidFill>
          <a:latin typeface="+mn-lt"/>
          <a:ea typeface="+mn-ea"/>
          <a:cs typeface="+mn-cs"/>
        </a:defRPr>
      </a:lvl3pPr>
      <a:lvl4pPr marL="155907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4pPr>
      <a:lvl5pPr marL="200452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5pPr>
      <a:lvl6pPr marL="244997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6pPr>
      <a:lvl7pPr marL="289542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7pPr>
      <a:lvl8pPr marL="334087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8pPr>
      <a:lvl9pPr marL="378632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9pPr>
    </p:bodyStyle>
    <p:otherStyle>
      <a:defPPr>
        <a:defRPr lang="en-US"/>
      </a:defPPr>
      <a:lvl1pPr marL="0" algn="l" defTabSz="890900" rtl="0" eaLnBrk="1" latinLnBrk="0" hangingPunct="1">
        <a:defRPr sz="1754" kern="1200">
          <a:solidFill>
            <a:schemeClr val="tx1"/>
          </a:solidFill>
          <a:latin typeface="+mn-lt"/>
          <a:ea typeface="+mn-ea"/>
          <a:cs typeface="+mn-cs"/>
        </a:defRPr>
      </a:lvl1pPr>
      <a:lvl2pPr marL="445450" algn="l" defTabSz="890900" rtl="0" eaLnBrk="1" latinLnBrk="0" hangingPunct="1">
        <a:defRPr sz="1754" kern="1200">
          <a:solidFill>
            <a:schemeClr val="tx1"/>
          </a:solidFill>
          <a:latin typeface="+mn-lt"/>
          <a:ea typeface="+mn-ea"/>
          <a:cs typeface="+mn-cs"/>
        </a:defRPr>
      </a:lvl2pPr>
      <a:lvl3pPr marL="890900" algn="l" defTabSz="890900" rtl="0" eaLnBrk="1" latinLnBrk="0" hangingPunct="1">
        <a:defRPr sz="1754" kern="1200">
          <a:solidFill>
            <a:schemeClr val="tx1"/>
          </a:solidFill>
          <a:latin typeface="+mn-lt"/>
          <a:ea typeface="+mn-ea"/>
          <a:cs typeface="+mn-cs"/>
        </a:defRPr>
      </a:lvl3pPr>
      <a:lvl4pPr marL="1336350" algn="l" defTabSz="890900" rtl="0" eaLnBrk="1" latinLnBrk="0" hangingPunct="1">
        <a:defRPr sz="1754" kern="1200">
          <a:solidFill>
            <a:schemeClr val="tx1"/>
          </a:solidFill>
          <a:latin typeface="+mn-lt"/>
          <a:ea typeface="+mn-ea"/>
          <a:cs typeface="+mn-cs"/>
        </a:defRPr>
      </a:lvl4pPr>
      <a:lvl5pPr marL="1781800" algn="l" defTabSz="890900" rtl="0" eaLnBrk="1" latinLnBrk="0" hangingPunct="1">
        <a:defRPr sz="1754" kern="1200">
          <a:solidFill>
            <a:schemeClr val="tx1"/>
          </a:solidFill>
          <a:latin typeface="+mn-lt"/>
          <a:ea typeface="+mn-ea"/>
          <a:cs typeface="+mn-cs"/>
        </a:defRPr>
      </a:lvl5pPr>
      <a:lvl6pPr marL="2227250" algn="l" defTabSz="890900" rtl="0" eaLnBrk="1" latinLnBrk="0" hangingPunct="1">
        <a:defRPr sz="1754" kern="1200">
          <a:solidFill>
            <a:schemeClr val="tx1"/>
          </a:solidFill>
          <a:latin typeface="+mn-lt"/>
          <a:ea typeface="+mn-ea"/>
          <a:cs typeface="+mn-cs"/>
        </a:defRPr>
      </a:lvl6pPr>
      <a:lvl7pPr marL="2672700" algn="l" defTabSz="890900" rtl="0" eaLnBrk="1" latinLnBrk="0" hangingPunct="1">
        <a:defRPr sz="1754" kern="1200">
          <a:solidFill>
            <a:schemeClr val="tx1"/>
          </a:solidFill>
          <a:latin typeface="+mn-lt"/>
          <a:ea typeface="+mn-ea"/>
          <a:cs typeface="+mn-cs"/>
        </a:defRPr>
      </a:lvl7pPr>
      <a:lvl8pPr marL="3118150" algn="l" defTabSz="890900" rtl="0" eaLnBrk="1" latinLnBrk="0" hangingPunct="1">
        <a:defRPr sz="1754" kern="1200">
          <a:solidFill>
            <a:schemeClr val="tx1"/>
          </a:solidFill>
          <a:latin typeface="+mn-lt"/>
          <a:ea typeface="+mn-ea"/>
          <a:cs typeface="+mn-cs"/>
        </a:defRPr>
      </a:lvl8pPr>
      <a:lvl9pPr marL="3563600" algn="l" defTabSz="890900" rtl="0" eaLnBrk="1" latinLnBrk="0" hangingPunct="1">
        <a:defRPr sz="175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1.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3.xml"/><Relationship Id="rId16"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3" Type="http://schemas.openxmlformats.org/officeDocument/2006/relationships/image" Target="../media/image1.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1" Type="http://schemas.openxmlformats.org/officeDocument/2006/relationships/slideLayout" Target="../slideLayouts/slideLayout1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10.png"/><Relationship Id="rId15" Type="http://schemas.openxmlformats.org/officeDocument/2006/relationships/image" Target="../media/image43.png"/><Relationship Id="rId10" Type="http://schemas.openxmlformats.org/officeDocument/2006/relationships/image" Target="../media/image38.png"/><Relationship Id="rId19" Type="http://schemas.openxmlformats.org/officeDocument/2006/relationships/image" Target="../media/image47.png"/><Relationship Id="rId4" Type="http://schemas.openxmlformats.org/officeDocument/2006/relationships/image" Target="../media/image9.png"/><Relationship Id="rId9" Type="http://schemas.openxmlformats.org/officeDocument/2006/relationships/image" Target="../media/image37.png"/><Relationship Id="rId14" Type="http://schemas.openxmlformats.org/officeDocument/2006/relationships/image" Target="../media/image42.png"/></Relationships>
</file>

<file path=ppt/slides/_rels/slide5.xml.rels><?xml version="1.0" encoding="UTF-8" standalone="yes"?>
<Relationships xmlns="http://schemas.openxmlformats.org/package/2006/relationships"><Relationship Id="rId13" Type="http://schemas.openxmlformats.org/officeDocument/2006/relationships/image" Target="../media/image57.png"/><Relationship Id="rId18" Type="http://schemas.openxmlformats.org/officeDocument/2006/relationships/image" Target="../media/image62.png"/><Relationship Id="rId26" Type="http://schemas.openxmlformats.org/officeDocument/2006/relationships/image" Target="../media/image70.png"/><Relationship Id="rId3" Type="http://schemas.openxmlformats.org/officeDocument/2006/relationships/image" Target="../media/image49.png"/><Relationship Id="rId21" Type="http://schemas.openxmlformats.org/officeDocument/2006/relationships/image" Target="../media/image65.png"/><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image" Target="../media/image61.png"/><Relationship Id="rId25" Type="http://schemas.openxmlformats.org/officeDocument/2006/relationships/image" Target="../media/image69.png"/><Relationship Id="rId33" Type="http://schemas.openxmlformats.org/officeDocument/2006/relationships/image" Target="../media/image77.png"/><Relationship Id="rId2" Type="http://schemas.openxmlformats.org/officeDocument/2006/relationships/notesSlide" Target="../notesSlides/notesSlide5.xml"/><Relationship Id="rId16" Type="http://schemas.openxmlformats.org/officeDocument/2006/relationships/image" Target="../media/image60.png"/><Relationship Id="rId20" Type="http://schemas.openxmlformats.org/officeDocument/2006/relationships/image" Target="../media/image64.png"/><Relationship Id="rId29" Type="http://schemas.openxmlformats.org/officeDocument/2006/relationships/image" Target="../media/image73.png"/><Relationship Id="rId1" Type="http://schemas.openxmlformats.org/officeDocument/2006/relationships/slideLayout" Target="../slideLayouts/slideLayout12.xml"/><Relationship Id="rId6" Type="http://schemas.openxmlformats.org/officeDocument/2006/relationships/image" Target="../media/image50.png"/><Relationship Id="rId11" Type="http://schemas.openxmlformats.org/officeDocument/2006/relationships/image" Target="../media/image55.png"/><Relationship Id="rId24" Type="http://schemas.openxmlformats.org/officeDocument/2006/relationships/image" Target="../media/image68.png"/><Relationship Id="rId32" Type="http://schemas.openxmlformats.org/officeDocument/2006/relationships/image" Target="../media/image76.png"/><Relationship Id="rId5" Type="http://schemas.openxmlformats.org/officeDocument/2006/relationships/image" Target="../media/image10.png"/><Relationship Id="rId15" Type="http://schemas.openxmlformats.org/officeDocument/2006/relationships/image" Target="../media/image59.png"/><Relationship Id="rId23" Type="http://schemas.openxmlformats.org/officeDocument/2006/relationships/image" Target="../media/image67.png"/><Relationship Id="rId28" Type="http://schemas.openxmlformats.org/officeDocument/2006/relationships/image" Target="../media/image72.png"/><Relationship Id="rId10" Type="http://schemas.openxmlformats.org/officeDocument/2006/relationships/image" Target="../media/image54.png"/><Relationship Id="rId19" Type="http://schemas.openxmlformats.org/officeDocument/2006/relationships/image" Target="../media/image63.png"/><Relationship Id="rId31" Type="http://schemas.openxmlformats.org/officeDocument/2006/relationships/image" Target="../media/image75.png"/><Relationship Id="rId4" Type="http://schemas.openxmlformats.org/officeDocument/2006/relationships/image" Target="../media/image9.png"/><Relationship Id="rId9" Type="http://schemas.openxmlformats.org/officeDocument/2006/relationships/image" Target="../media/image53.png"/><Relationship Id="rId14" Type="http://schemas.openxmlformats.org/officeDocument/2006/relationships/image" Target="../media/image58.png"/><Relationship Id="rId22" Type="http://schemas.openxmlformats.org/officeDocument/2006/relationships/image" Target="../media/image66.png"/><Relationship Id="rId27" Type="http://schemas.openxmlformats.org/officeDocument/2006/relationships/image" Target="../media/image71.png"/><Relationship Id="rId30" Type="http://schemas.openxmlformats.org/officeDocument/2006/relationships/image" Target="../media/image74.png"/><Relationship Id="rId8" Type="http://schemas.openxmlformats.org/officeDocument/2006/relationships/image" Target="../media/image5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3" Type="http://schemas.openxmlformats.org/officeDocument/2006/relationships/image" Target="../media/image1.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2.png"/><Relationship Id="rId1" Type="http://schemas.openxmlformats.org/officeDocument/2006/relationships/slideLayout" Target="../slideLayouts/slideLayout12.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10.png"/><Relationship Id="rId15" Type="http://schemas.openxmlformats.org/officeDocument/2006/relationships/image" Target="../media/image87.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9.png"/><Relationship Id="rId9" Type="http://schemas.openxmlformats.org/officeDocument/2006/relationships/image" Target="../media/image81.png"/><Relationship Id="rId14" Type="http://schemas.openxmlformats.org/officeDocument/2006/relationships/image" Target="../media/image86.png"/></Relationships>
</file>

<file path=ppt/slides/_rels/slide7.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3" Type="http://schemas.openxmlformats.org/officeDocument/2006/relationships/image" Target="../media/image1.png"/><Relationship Id="rId7" Type="http://schemas.openxmlformats.org/officeDocument/2006/relationships/image" Target="../media/image94.png"/><Relationship Id="rId12" Type="http://schemas.openxmlformats.org/officeDocument/2006/relationships/image" Target="../media/image99.png"/><Relationship Id="rId17" Type="http://schemas.openxmlformats.org/officeDocument/2006/relationships/image" Target="../media/image81.png"/><Relationship Id="rId2" Type="http://schemas.openxmlformats.org/officeDocument/2006/relationships/notesSlide" Target="../notesSlides/notesSlide7.xml"/><Relationship Id="rId16" Type="http://schemas.openxmlformats.org/officeDocument/2006/relationships/image" Target="../media/image89.png"/><Relationship Id="rId1" Type="http://schemas.openxmlformats.org/officeDocument/2006/relationships/slideLayout" Target="../slideLayouts/slideLayout12.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10.png"/><Relationship Id="rId15" Type="http://schemas.openxmlformats.org/officeDocument/2006/relationships/image" Target="../media/image102.png"/><Relationship Id="rId10" Type="http://schemas.openxmlformats.org/officeDocument/2006/relationships/image" Target="../media/image97.png"/><Relationship Id="rId4" Type="http://schemas.openxmlformats.org/officeDocument/2006/relationships/image" Target="../media/image9.png"/><Relationship Id="rId9" Type="http://schemas.openxmlformats.org/officeDocument/2006/relationships/image" Target="../media/image96.png"/><Relationship Id="rId14" Type="http://schemas.openxmlformats.org/officeDocument/2006/relationships/image" Target="../media/image101.png"/></Relationships>
</file>

<file path=ppt/slides/_rels/slide8.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18" Type="http://schemas.openxmlformats.org/officeDocument/2006/relationships/image" Target="../media/image115.png"/><Relationship Id="rId3" Type="http://schemas.openxmlformats.org/officeDocument/2006/relationships/image" Target="../media/image1.png"/><Relationship Id="rId21" Type="http://schemas.openxmlformats.org/officeDocument/2006/relationships/image" Target="../media/image20.png"/><Relationship Id="rId7" Type="http://schemas.openxmlformats.org/officeDocument/2006/relationships/image" Target="../media/image104.png"/><Relationship Id="rId12" Type="http://schemas.openxmlformats.org/officeDocument/2006/relationships/image" Target="../media/image109.png"/><Relationship Id="rId17" Type="http://schemas.openxmlformats.org/officeDocument/2006/relationships/image" Target="../media/image114.png"/><Relationship Id="rId2" Type="http://schemas.openxmlformats.org/officeDocument/2006/relationships/notesSlide" Target="../notesSlides/notesSlide8.xml"/><Relationship Id="rId16" Type="http://schemas.openxmlformats.org/officeDocument/2006/relationships/image" Target="../media/image113.png"/><Relationship Id="rId20" Type="http://schemas.openxmlformats.org/officeDocument/2006/relationships/image" Target="../media/image117.png"/><Relationship Id="rId1" Type="http://schemas.openxmlformats.org/officeDocument/2006/relationships/slideLayout" Target="../slideLayouts/slideLayout12.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png"/><Relationship Id="rId15" Type="http://schemas.openxmlformats.org/officeDocument/2006/relationships/image" Target="../media/image112.png"/><Relationship Id="rId23" Type="http://schemas.openxmlformats.org/officeDocument/2006/relationships/image" Target="../media/image119.png"/><Relationship Id="rId10" Type="http://schemas.openxmlformats.org/officeDocument/2006/relationships/image" Target="../media/image107.png"/><Relationship Id="rId19" Type="http://schemas.openxmlformats.org/officeDocument/2006/relationships/image" Target="../media/image116.png"/><Relationship Id="rId4" Type="http://schemas.openxmlformats.org/officeDocument/2006/relationships/image" Target="../media/image9.png"/><Relationship Id="rId9" Type="http://schemas.openxmlformats.org/officeDocument/2006/relationships/image" Target="../media/image106.png"/><Relationship Id="rId14" Type="http://schemas.openxmlformats.org/officeDocument/2006/relationships/image" Target="../media/image111.png"/><Relationship Id="rId22" Type="http://schemas.openxmlformats.org/officeDocument/2006/relationships/image" Target="../media/image118.png"/></Relationships>
</file>

<file path=ppt/slides/_rels/slide9.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18" Type="http://schemas.openxmlformats.org/officeDocument/2006/relationships/image" Target="../media/image133.png"/><Relationship Id="rId3" Type="http://schemas.openxmlformats.org/officeDocument/2006/relationships/image" Target="../media/image120.png"/><Relationship Id="rId7" Type="http://schemas.openxmlformats.org/officeDocument/2006/relationships/image" Target="../media/image122.png"/><Relationship Id="rId12" Type="http://schemas.openxmlformats.org/officeDocument/2006/relationships/image" Target="../media/image127.png"/><Relationship Id="rId17" Type="http://schemas.openxmlformats.org/officeDocument/2006/relationships/image" Target="../media/image132.png"/><Relationship Id="rId2" Type="http://schemas.openxmlformats.org/officeDocument/2006/relationships/notesSlide" Target="../notesSlides/notesSlide9.xml"/><Relationship Id="rId16" Type="http://schemas.openxmlformats.org/officeDocument/2006/relationships/image" Target="../media/image131.png"/><Relationship Id="rId20" Type="http://schemas.openxmlformats.org/officeDocument/2006/relationships/image" Target="../media/image135.png"/><Relationship Id="rId1" Type="http://schemas.openxmlformats.org/officeDocument/2006/relationships/slideLayout" Target="../slideLayouts/slideLayout12.xml"/><Relationship Id="rId6" Type="http://schemas.openxmlformats.org/officeDocument/2006/relationships/image" Target="../media/image121.png"/><Relationship Id="rId11" Type="http://schemas.openxmlformats.org/officeDocument/2006/relationships/image" Target="../media/image126.png"/><Relationship Id="rId5" Type="http://schemas.openxmlformats.org/officeDocument/2006/relationships/image" Target="../media/image10.png"/><Relationship Id="rId15" Type="http://schemas.openxmlformats.org/officeDocument/2006/relationships/image" Target="../media/image130.png"/><Relationship Id="rId10" Type="http://schemas.openxmlformats.org/officeDocument/2006/relationships/image" Target="../media/image125.png"/><Relationship Id="rId19" Type="http://schemas.openxmlformats.org/officeDocument/2006/relationships/image" Target="../media/image134.png"/><Relationship Id="rId4" Type="http://schemas.openxmlformats.org/officeDocument/2006/relationships/image" Target="../media/image9.png"/><Relationship Id="rId9" Type="http://schemas.openxmlformats.org/officeDocument/2006/relationships/image" Target="../media/image124.png"/><Relationship Id="rId14" Type="http://schemas.openxmlformats.org/officeDocument/2006/relationships/image" Target="../media/image129.png"/></Relationships>
</file>

<file path=ppt/slides/_rels/slide10.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18" Type="http://schemas.openxmlformats.org/officeDocument/2006/relationships/image" Target="../media/image148.png"/><Relationship Id="rId3" Type="http://schemas.openxmlformats.org/officeDocument/2006/relationships/image" Target="../media/image1.png"/><Relationship Id="rId21" Type="http://schemas.openxmlformats.org/officeDocument/2006/relationships/image" Target="../media/image151.png"/><Relationship Id="rId7" Type="http://schemas.openxmlformats.org/officeDocument/2006/relationships/image" Target="../media/image137.png"/><Relationship Id="rId12" Type="http://schemas.openxmlformats.org/officeDocument/2006/relationships/image" Target="../media/image142.png"/><Relationship Id="rId17" Type="http://schemas.openxmlformats.org/officeDocument/2006/relationships/image" Target="../media/image147.png"/><Relationship Id="rId2" Type="http://schemas.openxmlformats.org/officeDocument/2006/relationships/notesSlide" Target="../notesSlides/notesSlide10.xml"/><Relationship Id="rId16" Type="http://schemas.openxmlformats.org/officeDocument/2006/relationships/image" Target="../media/image146.png"/><Relationship Id="rId20" Type="http://schemas.openxmlformats.org/officeDocument/2006/relationships/image" Target="../media/image150.png"/><Relationship Id="rId1" Type="http://schemas.openxmlformats.org/officeDocument/2006/relationships/slideLayout" Target="../slideLayouts/slideLayout12.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0.png"/><Relationship Id="rId15" Type="http://schemas.openxmlformats.org/officeDocument/2006/relationships/image" Target="../media/image145.png"/><Relationship Id="rId10" Type="http://schemas.openxmlformats.org/officeDocument/2006/relationships/image" Target="../media/image140.png"/><Relationship Id="rId19" Type="http://schemas.openxmlformats.org/officeDocument/2006/relationships/image" Target="../media/image149.png"/><Relationship Id="rId4" Type="http://schemas.openxmlformats.org/officeDocument/2006/relationships/image" Target="../media/image9.png"/><Relationship Id="rId9" Type="http://schemas.openxmlformats.org/officeDocument/2006/relationships/image" Target="../media/image139.png"/><Relationship Id="rId14" Type="http://schemas.openxmlformats.org/officeDocument/2006/relationships/image" Target="../media/image144.png"/><Relationship Id="rId22"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59.png"/><Relationship Id="rId18" Type="http://schemas.openxmlformats.org/officeDocument/2006/relationships/image" Target="../media/image164.png"/><Relationship Id="rId3" Type="http://schemas.openxmlformats.org/officeDocument/2006/relationships/image" Target="../media/image1.png"/><Relationship Id="rId21" Type="http://schemas.openxmlformats.org/officeDocument/2006/relationships/image" Target="../media/image167.png"/><Relationship Id="rId7" Type="http://schemas.openxmlformats.org/officeDocument/2006/relationships/image" Target="../media/image153.png"/><Relationship Id="rId12" Type="http://schemas.openxmlformats.org/officeDocument/2006/relationships/image" Target="../media/image158.png"/><Relationship Id="rId17" Type="http://schemas.openxmlformats.org/officeDocument/2006/relationships/image" Target="../media/image163.png"/><Relationship Id="rId2" Type="http://schemas.openxmlformats.org/officeDocument/2006/relationships/notesSlide" Target="../notesSlides/notesSlide11.xml"/><Relationship Id="rId16" Type="http://schemas.openxmlformats.org/officeDocument/2006/relationships/image" Target="../media/image162.png"/><Relationship Id="rId20" Type="http://schemas.openxmlformats.org/officeDocument/2006/relationships/image" Target="../media/image166.png"/><Relationship Id="rId1" Type="http://schemas.openxmlformats.org/officeDocument/2006/relationships/slideLayout" Target="../slideLayouts/slideLayout12.xml"/><Relationship Id="rId6" Type="http://schemas.openxmlformats.org/officeDocument/2006/relationships/image" Target="../media/image152.png"/><Relationship Id="rId11" Type="http://schemas.openxmlformats.org/officeDocument/2006/relationships/image" Target="../media/image157.png"/><Relationship Id="rId5" Type="http://schemas.openxmlformats.org/officeDocument/2006/relationships/image" Target="../media/image10.png"/><Relationship Id="rId15" Type="http://schemas.openxmlformats.org/officeDocument/2006/relationships/image" Target="../media/image161.png"/><Relationship Id="rId10" Type="http://schemas.openxmlformats.org/officeDocument/2006/relationships/image" Target="../media/image156.png"/><Relationship Id="rId19" Type="http://schemas.openxmlformats.org/officeDocument/2006/relationships/image" Target="../media/image165.png"/><Relationship Id="rId4" Type="http://schemas.openxmlformats.org/officeDocument/2006/relationships/image" Target="../media/image9.png"/><Relationship Id="rId9" Type="http://schemas.openxmlformats.org/officeDocument/2006/relationships/image" Target="../media/image155.png"/><Relationship Id="rId14" Type="http://schemas.openxmlformats.org/officeDocument/2006/relationships/image" Target="../media/image160.png"/></Relationships>
</file>

<file path=ppt/slides/_rels/slide12.xml.rels><?xml version="1.0" encoding="UTF-8" standalone="yes"?>
<Relationships xmlns="http://schemas.openxmlformats.org/package/2006/relationships"><Relationship Id="rId8" Type="http://schemas.openxmlformats.org/officeDocument/2006/relationships/image" Target="../media/image172.png"/><Relationship Id="rId13" Type="http://schemas.openxmlformats.org/officeDocument/2006/relationships/image" Target="../media/image177.png"/><Relationship Id="rId3" Type="http://schemas.openxmlformats.org/officeDocument/2006/relationships/image" Target="../media/image1.png"/><Relationship Id="rId7" Type="http://schemas.openxmlformats.org/officeDocument/2006/relationships/image" Target="../media/image171.png"/><Relationship Id="rId12" Type="http://schemas.openxmlformats.org/officeDocument/2006/relationships/image" Target="../media/image176.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70.png"/><Relationship Id="rId11" Type="http://schemas.openxmlformats.org/officeDocument/2006/relationships/image" Target="../media/image175.png"/><Relationship Id="rId5" Type="http://schemas.openxmlformats.org/officeDocument/2006/relationships/image" Target="../media/image169.png"/><Relationship Id="rId10" Type="http://schemas.openxmlformats.org/officeDocument/2006/relationships/image" Target="../media/image174.png"/><Relationship Id="rId4" Type="http://schemas.openxmlformats.org/officeDocument/2006/relationships/image" Target="../media/image168.png"/><Relationship Id="rId9" Type="http://schemas.openxmlformats.org/officeDocument/2006/relationships/image" Target="../media/image173.png"/><Relationship Id="rId14" Type="http://schemas.openxmlformats.org/officeDocument/2006/relationships/image" Target="../media/image178.png"/></Relationships>
</file>

<file path=ppt/slides/_rels/slide13.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186.png"/><Relationship Id="rId18" Type="http://schemas.openxmlformats.org/officeDocument/2006/relationships/image" Target="../media/image191.png"/><Relationship Id="rId3" Type="http://schemas.openxmlformats.org/officeDocument/2006/relationships/image" Target="../media/image179.png"/><Relationship Id="rId21" Type="http://schemas.openxmlformats.org/officeDocument/2006/relationships/image" Target="../media/image194.png"/><Relationship Id="rId7" Type="http://schemas.openxmlformats.org/officeDocument/2006/relationships/image" Target="../media/image171.png"/><Relationship Id="rId12" Type="http://schemas.openxmlformats.org/officeDocument/2006/relationships/image" Target="../media/image185.png"/><Relationship Id="rId17" Type="http://schemas.openxmlformats.org/officeDocument/2006/relationships/image" Target="../media/image190.png"/><Relationship Id="rId2" Type="http://schemas.openxmlformats.org/officeDocument/2006/relationships/notesSlide" Target="../notesSlides/notesSlide13.xml"/><Relationship Id="rId16" Type="http://schemas.openxmlformats.org/officeDocument/2006/relationships/image" Target="../media/image189.png"/><Relationship Id="rId20" Type="http://schemas.openxmlformats.org/officeDocument/2006/relationships/image" Target="../media/image193.png"/><Relationship Id="rId1" Type="http://schemas.openxmlformats.org/officeDocument/2006/relationships/slideLayout" Target="../slideLayouts/slideLayout12.xml"/><Relationship Id="rId6" Type="http://schemas.openxmlformats.org/officeDocument/2006/relationships/image" Target="../media/image170.png"/><Relationship Id="rId11" Type="http://schemas.openxmlformats.org/officeDocument/2006/relationships/image" Target="../media/image184.png"/><Relationship Id="rId5" Type="http://schemas.openxmlformats.org/officeDocument/2006/relationships/image" Target="../media/image180.png"/><Relationship Id="rId15" Type="http://schemas.openxmlformats.org/officeDocument/2006/relationships/image" Target="../media/image188.png"/><Relationship Id="rId10" Type="http://schemas.openxmlformats.org/officeDocument/2006/relationships/image" Target="../media/image183.png"/><Relationship Id="rId19" Type="http://schemas.openxmlformats.org/officeDocument/2006/relationships/image" Target="../media/image192.png"/><Relationship Id="rId4" Type="http://schemas.openxmlformats.org/officeDocument/2006/relationships/image" Target="../media/image168.png"/><Relationship Id="rId9" Type="http://schemas.openxmlformats.org/officeDocument/2006/relationships/image" Target="../media/image182.png"/><Relationship Id="rId14" Type="http://schemas.openxmlformats.org/officeDocument/2006/relationships/image" Target="../media/image187.png"/></Relationships>
</file>

<file path=ppt/slides/_rels/slide14.xml.rels><?xml version="1.0" encoding="UTF-8" standalone="yes"?>
<Relationships xmlns="http://schemas.openxmlformats.org/package/2006/relationships"><Relationship Id="rId8" Type="http://schemas.openxmlformats.org/officeDocument/2006/relationships/image" Target="../media/image172.png"/><Relationship Id="rId13" Type="http://schemas.openxmlformats.org/officeDocument/2006/relationships/image" Target="../media/image177.png"/><Relationship Id="rId3" Type="http://schemas.openxmlformats.org/officeDocument/2006/relationships/image" Target="../media/image1.png"/><Relationship Id="rId7" Type="http://schemas.openxmlformats.org/officeDocument/2006/relationships/image" Target="../media/image171.png"/><Relationship Id="rId12" Type="http://schemas.openxmlformats.org/officeDocument/2006/relationships/image" Target="../media/image176.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70.png"/><Relationship Id="rId11" Type="http://schemas.openxmlformats.org/officeDocument/2006/relationships/image" Target="../media/image175.png"/><Relationship Id="rId5" Type="http://schemas.openxmlformats.org/officeDocument/2006/relationships/image" Target="../media/image195.png"/><Relationship Id="rId10" Type="http://schemas.openxmlformats.org/officeDocument/2006/relationships/image" Target="../media/image174.png"/><Relationship Id="rId4" Type="http://schemas.openxmlformats.org/officeDocument/2006/relationships/image" Target="../media/image168.png"/><Relationship Id="rId9" Type="http://schemas.openxmlformats.org/officeDocument/2006/relationships/image" Target="../media/image173.png"/><Relationship Id="rId14" Type="http://schemas.openxmlformats.org/officeDocument/2006/relationships/image" Target="../media/image178.png"/></Relationships>
</file>

<file path=ppt/slides/_rels/slide15.xml.rels><?xml version="1.0" encoding="UTF-8" standalone="yes"?>
<Relationships xmlns="http://schemas.openxmlformats.org/package/2006/relationships"><Relationship Id="rId8" Type="http://schemas.openxmlformats.org/officeDocument/2006/relationships/image" Target="../media/image198.png"/><Relationship Id="rId13" Type="http://schemas.openxmlformats.org/officeDocument/2006/relationships/image" Target="../media/image202.png"/><Relationship Id="rId3" Type="http://schemas.openxmlformats.org/officeDocument/2006/relationships/image" Target="../media/image196.png"/><Relationship Id="rId7" Type="http://schemas.openxmlformats.org/officeDocument/2006/relationships/image" Target="../media/image171.png"/><Relationship Id="rId12" Type="http://schemas.openxmlformats.org/officeDocument/2006/relationships/image" Target="../media/image201.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70.png"/><Relationship Id="rId11" Type="http://schemas.openxmlformats.org/officeDocument/2006/relationships/image" Target="../media/image200.png"/><Relationship Id="rId5" Type="http://schemas.openxmlformats.org/officeDocument/2006/relationships/image" Target="../media/image197.png"/><Relationship Id="rId15" Type="http://schemas.openxmlformats.org/officeDocument/2006/relationships/image" Target="../media/image204.png"/><Relationship Id="rId10" Type="http://schemas.openxmlformats.org/officeDocument/2006/relationships/image" Target="../media/image199.png"/><Relationship Id="rId4" Type="http://schemas.openxmlformats.org/officeDocument/2006/relationships/image" Target="../media/image168.png"/><Relationship Id="rId9" Type="http://schemas.openxmlformats.org/officeDocument/2006/relationships/image" Target="../media/image182.png"/><Relationship Id="rId14" Type="http://schemas.openxmlformats.org/officeDocument/2006/relationships/image" Target="../media/image203.png"/></Relationships>
</file>

<file path=ppt/slides/_rels/slide16.xml.rels><?xml version="1.0" encoding="UTF-8" standalone="yes"?>
<Relationships xmlns="http://schemas.openxmlformats.org/package/2006/relationships"><Relationship Id="rId8" Type="http://schemas.openxmlformats.org/officeDocument/2006/relationships/image" Target="../media/image172.png"/><Relationship Id="rId13" Type="http://schemas.openxmlformats.org/officeDocument/2006/relationships/image" Target="../media/image177.png"/><Relationship Id="rId3" Type="http://schemas.openxmlformats.org/officeDocument/2006/relationships/image" Target="../media/image205.png"/><Relationship Id="rId7" Type="http://schemas.openxmlformats.org/officeDocument/2006/relationships/image" Target="../media/image171.png"/><Relationship Id="rId12" Type="http://schemas.openxmlformats.org/officeDocument/2006/relationships/image" Target="../media/image210.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170.png"/><Relationship Id="rId11" Type="http://schemas.openxmlformats.org/officeDocument/2006/relationships/image" Target="../media/image209.png"/><Relationship Id="rId5" Type="http://schemas.openxmlformats.org/officeDocument/2006/relationships/image" Target="../media/image206.png"/><Relationship Id="rId10" Type="http://schemas.openxmlformats.org/officeDocument/2006/relationships/image" Target="../media/image208.png"/><Relationship Id="rId4" Type="http://schemas.openxmlformats.org/officeDocument/2006/relationships/image" Target="../media/image168.png"/><Relationship Id="rId9" Type="http://schemas.openxmlformats.org/officeDocument/2006/relationships/image" Target="../media/image207.png"/><Relationship Id="rId14" Type="http://schemas.openxmlformats.org/officeDocument/2006/relationships/image" Target="../media/image173.png"/></Relationships>
</file>

<file path=ppt/slides/_rels/slide17.xml.rels><?xml version="1.0" encoding="UTF-8" standalone="yes"?>
<Relationships xmlns="http://schemas.openxmlformats.org/package/2006/relationships"><Relationship Id="rId8" Type="http://schemas.openxmlformats.org/officeDocument/2006/relationships/image" Target="../media/image212.png"/><Relationship Id="rId13" Type="http://schemas.openxmlformats.org/officeDocument/2006/relationships/image" Target="../media/image217.png"/><Relationship Id="rId3" Type="http://schemas.openxmlformats.org/officeDocument/2006/relationships/image" Target="../media/image1.png"/><Relationship Id="rId7" Type="http://schemas.openxmlformats.org/officeDocument/2006/relationships/image" Target="../media/image182.png"/><Relationship Id="rId12" Type="http://schemas.openxmlformats.org/officeDocument/2006/relationships/image" Target="../media/image216.png"/><Relationship Id="rId2" Type="http://schemas.openxmlformats.org/officeDocument/2006/relationships/notesSlide" Target="../notesSlides/notesSlide17.xml"/><Relationship Id="rId16" Type="http://schemas.openxmlformats.org/officeDocument/2006/relationships/image" Target="../media/image178.png"/><Relationship Id="rId1" Type="http://schemas.openxmlformats.org/officeDocument/2006/relationships/slideLayout" Target="../slideLayouts/slideLayout12.xml"/><Relationship Id="rId6" Type="http://schemas.openxmlformats.org/officeDocument/2006/relationships/image" Target="../media/image170.png"/><Relationship Id="rId11" Type="http://schemas.openxmlformats.org/officeDocument/2006/relationships/image" Target="../media/image215.png"/><Relationship Id="rId5" Type="http://schemas.openxmlformats.org/officeDocument/2006/relationships/image" Target="../media/image211.png"/><Relationship Id="rId15" Type="http://schemas.openxmlformats.org/officeDocument/2006/relationships/image" Target="../media/image219.png"/><Relationship Id="rId10" Type="http://schemas.openxmlformats.org/officeDocument/2006/relationships/image" Target="../media/image214.png"/><Relationship Id="rId4" Type="http://schemas.openxmlformats.org/officeDocument/2006/relationships/image" Target="../media/image168.png"/><Relationship Id="rId9" Type="http://schemas.openxmlformats.org/officeDocument/2006/relationships/image" Target="../media/image213.png"/><Relationship Id="rId14" Type="http://schemas.openxmlformats.org/officeDocument/2006/relationships/image" Target="../media/image21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0" y="79227"/>
            <a:ext cx="2320168" cy="2320168"/>
          </a:xfrm>
          <a:prstGeom prst="rect">
            <a:avLst/>
          </a:prstGeom>
        </p:spPr>
      </p:pic>
      <p:pic>
        <p:nvPicPr>
          <p:cNvPr id="4" name="Image 2" descr="preencoded.png"/>
          <p:cNvPicPr>
            <a:picLocks noChangeAspect="1"/>
          </p:cNvPicPr>
          <p:nvPr/>
        </p:nvPicPr>
        <p:blipFill>
          <a:blip r:embed="rId5"/>
          <a:stretch>
            <a:fillRect/>
          </a:stretch>
        </p:blipFill>
        <p:spPr>
          <a:xfrm>
            <a:off x="9559094" y="3977109"/>
            <a:ext cx="1856135" cy="1856135"/>
          </a:xfrm>
          <a:prstGeom prst="rect">
            <a:avLst/>
          </a:prstGeom>
        </p:spPr>
      </p:pic>
      <p:pic>
        <p:nvPicPr>
          <p:cNvPr id="5" name="Image 3" descr="preencoded.png"/>
          <p:cNvPicPr>
            <a:picLocks noChangeAspect="1"/>
          </p:cNvPicPr>
          <p:nvPr/>
        </p:nvPicPr>
        <p:blipFill>
          <a:blip r:embed="rId6"/>
          <a:stretch>
            <a:fillRect/>
          </a:stretch>
        </p:blipFill>
        <p:spPr>
          <a:xfrm>
            <a:off x="1856135" y="5647631"/>
            <a:ext cx="1392101" cy="1392101"/>
          </a:xfrm>
          <a:prstGeom prst="rect">
            <a:avLst/>
          </a:prstGeom>
        </p:spPr>
      </p:pic>
      <p:pic>
        <p:nvPicPr>
          <p:cNvPr id="6" name="Image 4" descr="preencoded.png"/>
          <p:cNvPicPr>
            <a:picLocks noChangeAspect="1"/>
          </p:cNvPicPr>
          <p:nvPr/>
        </p:nvPicPr>
        <p:blipFill>
          <a:blip r:embed="rId7"/>
          <a:stretch>
            <a:fillRect/>
          </a:stretch>
        </p:blipFill>
        <p:spPr>
          <a:xfrm>
            <a:off x="9466287" y="813982"/>
            <a:ext cx="556840" cy="742454"/>
          </a:xfrm>
          <a:prstGeom prst="rect">
            <a:avLst/>
          </a:prstGeom>
        </p:spPr>
      </p:pic>
      <p:pic>
        <p:nvPicPr>
          <p:cNvPr id="7" name="Image 5" descr="preencoded.png"/>
          <p:cNvPicPr>
            <a:picLocks noChangeAspect="1"/>
          </p:cNvPicPr>
          <p:nvPr/>
        </p:nvPicPr>
        <p:blipFill>
          <a:blip r:embed="rId8"/>
          <a:stretch>
            <a:fillRect/>
          </a:stretch>
        </p:blipFill>
        <p:spPr>
          <a:xfrm>
            <a:off x="8538220" y="1261209"/>
            <a:ext cx="556840" cy="742454"/>
          </a:xfrm>
          <a:prstGeom prst="rect">
            <a:avLst/>
          </a:prstGeom>
        </p:spPr>
      </p:pic>
      <p:pic>
        <p:nvPicPr>
          <p:cNvPr id="14" name="Image 12" descr="preencoded.png"/>
          <p:cNvPicPr>
            <a:picLocks noChangeAspect="1"/>
          </p:cNvPicPr>
          <p:nvPr/>
        </p:nvPicPr>
        <p:blipFill>
          <a:blip r:embed="rId9"/>
          <a:stretch>
            <a:fillRect/>
          </a:stretch>
        </p:blipFill>
        <p:spPr>
          <a:xfrm>
            <a:off x="-1" y="6464330"/>
            <a:ext cx="11879263" cy="296982"/>
          </a:xfrm>
          <a:prstGeom prst="rect">
            <a:avLst/>
          </a:prstGeom>
        </p:spPr>
      </p:pic>
      <p:pic>
        <p:nvPicPr>
          <p:cNvPr id="15" name="Image 13" descr="preencoded.png"/>
          <p:cNvPicPr>
            <a:picLocks noChangeAspect="1"/>
          </p:cNvPicPr>
          <p:nvPr/>
        </p:nvPicPr>
        <p:blipFill>
          <a:blip r:embed="rId10"/>
          <a:stretch>
            <a:fillRect/>
          </a:stretch>
        </p:blipFill>
        <p:spPr>
          <a:xfrm>
            <a:off x="296982" y="6529295"/>
            <a:ext cx="185613" cy="148491"/>
          </a:xfrm>
          <a:prstGeom prst="rect">
            <a:avLst/>
          </a:prstGeom>
        </p:spPr>
      </p:pic>
      <p:sp>
        <p:nvSpPr>
          <p:cNvPr id="18" name="Text 1"/>
          <p:cNvSpPr/>
          <p:nvPr/>
        </p:nvSpPr>
        <p:spPr>
          <a:xfrm>
            <a:off x="1296452" y="1935361"/>
            <a:ext cx="9286358" cy="556840"/>
          </a:xfrm>
          <a:prstGeom prst="rect">
            <a:avLst/>
          </a:prstGeom>
          <a:noFill/>
          <a:ln/>
        </p:spPr>
        <p:txBody>
          <a:bodyPr vert="horz" wrap="square" lIns="0" tIns="0" rIns="0" bIns="0" rtlCol="0" anchor="t"/>
          <a:lstStyle/>
          <a:p>
            <a:pPr algn="ctr">
              <a:lnSpc>
                <a:spcPts val="4384"/>
              </a:lnSpc>
            </a:pPr>
            <a:r>
              <a:rPr lang="en-US" sz="4384" b="1" dirty="0">
                <a:solidFill>
                  <a:srgbClr val="1F2937"/>
                </a:solidFill>
                <a:latin typeface="ui-sans-serif" pitchFamily="34" charset="0"/>
                <a:ea typeface="ui-sans-serif" pitchFamily="34" charset="-122"/>
                <a:cs typeface="ui-sans-serif" pitchFamily="34" charset="-120"/>
              </a:rPr>
              <a:t>Amazon Machine Image</a:t>
            </a:r>
            <a:endParaRPr lang="en-US" sz="4384" dirty="0"/>
          </a:p>
        </p:txBody>
      </p:sp>
      <p:sp>
        <p:nvSpPr>
          <p:cNvPr id="19" name="Text 2"/>
          <p:cNvSpPr/>
          <p:nvPr/>
        </p:nvSpPr>
        <p:spPr>
          <a:xfrm>
            <a:off x="2070315" y="2714938"/>
            <a:ext cx="7738632" cy="334104"/>
          </a:xfrm>
          <a:prstGeom prst="rect">
            <a:avLst/>
          </a:prstGeom>
          <a:noFill/>
          <a:ln/>
        </p:spPr>
        <p:txBody>
          <a:bodyPr vert="horz" wrap="square" lIns="0" tIns="0" rIns="0" bIns="0" rtlCol="0" anchor="t"/>
          <a:lstStyle/>
          <a:p>
            <a:pPr algn="ctr">
              <a:lnSpc>
                <a:spcPts val="2631"/>
              </a:lnSpc>
            </a:pPr>
            <a:r>
              <a:rPr lang="en-US" sz="2192" b="1" dirty="0">
                <a:solidFill>
                  <a:srgbClr val="4B5563"/>
                </a:solidFill>
                <a:latin typeface="ui-sans-serif" pitchFamily="34" charset="0"/>
                <a:ea typeface="ui-sans-serif" pitchFamily="34" charset="-122"/>
                <a:cs typeface="ui-sans-serif" pitchFamily="34" charset="-120"/>
              </a:rPr>
              <a:t>(AMI)</a:t>
            </a:r>
            <a:endParaRPr lang="en-US" sz="2192" dirty="0"/>
          </a:p>
        </p:txBody>
      </p:sp>
      <p:sp>
        <p:nvSpPr>
          <p:cNvPr id="20" name="Text 3"/>
          <p:cNvSpPr/>
          <p:nvPr/>
        </p:nvSpPr>
        <p:spPr>
          <a:xfrm>
            <a:off x="2054611" y="3448111"/>
            <a:ext cx="188456" cy="389788"/>
          </a:xfrm>
          <a:prstGeom prst="rect">
            <a:avLst/>
          </a:prstGeom>
          <a:noFill/>
          <a:ln/>
        </p:spPr>
        <p:txBody>
          <a:bodyPr vert="horz" wrap="square" lIns="0" tIns="0" rIns="0" bIns="0" rtlCol="0" anchor="t"/>
          <a:lstStyle/>
          <a:p>
            <a:pPr algn="ctr">
              <a:lnSpc>
                <a:spcPts val="3069"/>
              </a:lnSpc>
            </a:pPr>
            <a:r>
              <a:rPr lang="en-US" sz="2046" dirty="0">
                <a:solidFill>
                  <a:srgbClr val="FF9900"/>
                </a:solidFill>
                <a:latin typeface="Arial" pitchFamily="34" charset="0"/>
                <a:ea typeface="Arial" pitchFamily="34" charset="-122"/>
                <a:cs typeface="Arial" pitchFamily="34" charset="-120"/>
              </a:rPr>
              <a:t>●</a:t>
            </a:r>
            <a:endParaRPr lang="en-US" sz="2046" dirty="0"/>
          </a:p>
        </p:txBody>
      </p:sp>
      <p:sp>
        <p:nvSpPr>
          <p:cNvPr id="21" name="Text 4"/>
          <p:cNvSpPr/>
          <p:nvPr/>
        </p:nvSpPr>
        <p:spPr>
          <a:xfrm>
            <a:off x="2375852" y="3346024"/>
            <a:ext cx="7127558" cy="593963"/>
          </a:xfrm>
          <a:prstGeom prst="rect">
            <a:avLst/>
          </a:prstGeom>
          <a:noFill/>
          <a:ln/>
        </p:spPr>
        <p:txBody>
          <a:bodyPr vert="horz" wrap="square" lIns="0" tIns="0" rIns="0" bIns="0" rtlCol="0" anchor="t"/>
          <a:lstStyle/>
          <a:p>
            <a:pPr algn="ctr">
              <a:lnSpc>
                <a:spcPts val="2338"/>
              </a:lnSpc>
            </a:pPr>
            <a:endParaRPr lang="en-US" sz="1754" dirty="0"/>
          </a:p>
        </p:txBody>
      </p:sp>
      <p:sp>
        <p:nvSpPr>
          <p:cNvPr id="22" name="Text 5"/>
          <p:cNvSpPr/>
          <p:nvPr/>
        </p:nvSpPr>
        <p:spPr>
          <a:xfrm>
            <a:off x="9636196" y="3448111"/>
            <a:ext cx="188456" cy="389788"/>
          </a:xfrm>
          <a:prstGeom prst="rect">
            <a:avLst/>
          </a:prstGeom>
          <a:noFill/>
          <a:ln/>
        </p:spPr>
        <p:txBody>
          <a:bodyPr vert="horz" wrap="square" lIns="0" tIns="0" rIns="0" bIns="0" rtlCol="0" anchor="t"/>
          <a:lstStyle/>
          <a:p>
            <a:pPr algn="ctr">
              <a:lnSpc>
                <a:spcPts val="3069"/>
              </a:lnSpc>
            </a:pPr>
            <a:r>
              <a:rPr lang="en-US" sz="2046" dirty="0">
                <a:solidFill>
                  <a:srgbClr val="FF9900"/>
                </a:solidFill>
                <a:latin typeface="Arial" pitchFamily="34" charset="0"/>
                <a:ea typeface="Arial" pitchFamily="34" charset="-122"/>
                <a:cs typeface="Arial" pitchFamily="34" charset="-120"/>
              </a:rPr>
              <a:t>●</a:t>
            </a:r>
            <a:endParaRPr lang="en-US" sz="2046" dirty="0"/>
          </a:p>
        </p:txBody>
      </p:sp>
      <p:sp>
        <p:nvSpPr>
          <p:cNvPr id="24" name="Text 7"/>
          <p:cNvSpPr/>
          <p:nvPr/>
        </p:nvSpPr>
        <p:spPr>
          <a:xfrm>
            <a:off x="4721180" y="4979422"/>
            <a:ext cx="1208518" cy="222736"/>
          </a:xfrm>
          <a:prstGeom prst="rect">
            <a:avLst/>
          </a:prstGeom>
          <a:noFill/>
          <a:ln/>
        </p:spPr>
        <p:txBody>
          <a:bodyPr vert="horz" wrap="square" lIns="0" tIns="0" rIns="0" bIns="0" rtlCol="0" anchor="t"/>
          <a:lstStyle/>
          <a:p>
            <a:pPr algn="ctr">
              <a:lnSpc>
                <a:spcPts val="1754"/>
              </a:lnSpc>
            </a:pPr>
            <a:endParaRPr lang="en-US" sz="1169" dirty="0"/>
          </a:p>
        </p:txBody>
      </p:sp>
      <p:sp>
        <p:nvSpPr>
          <p:cNvPr id="25" name="Text 8"/>
          <p:cNvSpPr/>
          <p:nvPr/>
        </p:nvSpPr>
        <p:spPr>
          <a:xfrm>
            <a:off x="6064993" y="4979422"/>
            <a:ext cx="731723" cy="222736"/>
          </a:xfrm>
          <a:prstGeom prst="rect">
            <a:avLst/>
          </a:prstGeom>
          <a:noFill/>
          <a:ln/>
        </p:spPr>
        <p:txBody>
          <a:bodyPr vert="horz" wrap="square" lIns="0" tIns="0" rIns="0" bIns="0" rtlCol="0" anchor="t"/>
          <a:lstStyle/>
          <a:p>
            <a:pPr algn="ctr">
              <a:lnSpc>
                <a:spcPts val="1754"/>
              </a:lnSpc>
            </a:pPr>
            <a:endParaRPr lang="en-US" sz="1169" dirty="0"/>
          </a:p>
        </p:txBody>
      </p:sp>
      <p:sp>
        <p:nvSpPr>
          <p:cNvPr id="26" name="Text 9"/>
          <p:cNvSpPr/>
          <p:nvPr/>
        </p:nvSpPr>
        <p:spPr>
          <a:xfrm>
            <a:off x="6937724" y="4979422"/>
            <a:ext cx="1139957" cy="222736"/>
          </a:xfrm>
          <a:prstGeom prst="rect">
            <a:avLst/>
          </a:prstGeom>
          <a:noFill/>
          <a:ln/>
        </p:spPr>
        <p:txBody>
          <a:bodyPr vert="horz" wrap="square" lIns="0" tIns="0" rIns="0" bIns="0" rtlCol="0" anchor="t"/>
          <a:lstStyle/>
          <a:p>
            <a:pPr algn="ctr">
              <a:lnSpc>
                <a:spcPts val="1754"/>
              </a:lnSpc>
            </a:pPr>
            <a:endParaRPr lang="en-US" sz="1169"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668209"/>
          </a:xfrm>
          <a:prstGeom prst="rect">
            <a:avLst/>
          </a:prstGeom>
        </p:spPr>
      </p:pic>
      <p:pic>
        <p:nvPicPr>
          <p:cNvPr id="4" name="Image 2" descr="preencoded.png"/>
          <p:cNvPicPr>
            <a:picLocks noChangeAspect="1"/>
          </p:cNvPicPr>
          <p:nvPr/>
        </p:nvPicPr>
        <p:blipFill>
          <a:blip r:embed="rId5"/>
          <a:stretch>
            <a:fillRect/>
          </a:stretch>
        </p:blipFill>
        <p:spPr>
          <a:xfrm>
            <a:off x="9603757" y="329805"/>
            <a:ext cx="185613" cy="148491"/>
          </a:xfrm>
          <a:prstGeom prst="rect">
            <a:avLst/>
          </a:prstGeom>
        </p:spPr>
      </p:pic>
      <p:pic>
        <p:nvPicPr>
          <p:cNvPr id="5" name="Image 3" descr="preencoded.png"/>
          <p:cNvPicPr>
            <a:picLocks noChangeAspect="1"/>
          </p:cNvPicPr>
          <p:nvPr/>
        </p:nvPicPr>
        <p:blipFill>
          <a:blip r:embed="rId6"/>
          <a:stretch>
            <a:fillRect/>
          </a:stretch>
        </p:blipFill>
        <p:spPr>
          <a:xfrm>
            <a:off x="371227" y="1118662"/>
            <a:ext cx="11136809" cy="1336417"/>
          </a:xfrm>
          <a:prstGeom prst="rect">
            <a:avLst/>
          </a:prstGeom>
        </p:spPr>
      </p:pic>
      <p:pic>
        <p:nvPicPr>
          <p:cNvPr id="6" name="Image 4" descr="preencoded.png"/>
          <p:cNvPicPr>
            <a:picLocks noChangeAspect="1"/>
          </p:cNvPicPr>
          <p:nvPr/>
        </p:nvPicPr>
        <p:blipFill>
          <a:blip r:embed="rId7"/>
          <a:stretch>
            <a:fillRect/>
          </a:stretch>
        </p:blipFill>
        <p:spPr>
          <a:xfrm>
            <a:off x="593963" y="1341398"/>
            <a:ext cx="222736" cy="296982"/>
          </a:xfrm>
          <a:prstGeom prst="rect">
            <a:avLst/>
          </a:prstGeom>
        </p:spPr>
      </p:pic>
      <p:pic>
        <p:nvPicPr>
          <p:cNvPr id="7" name="Image 5" descr="preencoded.png"/>
          <p:cNvPicPr>
            <a:picLocks noChangeAspect="1"/>
          </p:cNvPicPr>
          <p:nvPr/>
        </p:nvPicPr>
        <p:blipFill>
          <a:blip r:embed="rId8"/>
          <a:stretch>
            <a:fillRect/>
          </a:stretch>
        </p:blipFill>
        <p:spPr>
          <a:xfrm>
            <a:off x="371227" y="2752061"/>
            <a:ext cx="3563779" cy="1670521"/>
          </a:xfrm>
          <a:prstGeom prst="rect">
            <a:avLst/>
          </a:prstGeom>
        </p:spPr>
      </p:pic>
      <p:pic>
        <p:nvPicPr>
          <p:cNvPr id="8" name="Image 6" descr="preencoded.png"/>
          <p:cNvPicPr>
            <a:picLocks noChangeAspect="1"/>
          </p:cNvPicPr>
          <p:nvPr/>
        </p:nvPicPr>
        <p:blipFill>
          <a:blip r:embed="rId9"/>
          <a:stretch>
            <a:fillRect/>
          </a:stretch>
        </p:blipFill>
        <p:spPr>
          <a:xfrm>
            <a:off x="1962863" y="2937674"/>
            <a:ext cx="380508" cy="371227"/>
          </a:xfrm>
          <a:prstGeom prst="rect">
            <a:avLst/>
          </a:prstGeom>
        </p:spPr>
      </p:pic>
      <p:pic>
        <p:nvPicPr>
          <p:cNvPr id="9" name="Image 7" descr="preencoded.png"/>
          <p:cNvPicPr>
            <a:picLocks noChangeAspect="1"/>
          </p:cNvPicPr>
          <p:nvPr/>
        </p:nvPicPr>
        <p:blipFill>
          <a:blip r:embed="rId10"/>
          <a:stretch>
            <a:fillRect/>
          </a:stretch>
        </p:blipFill>
        <p:spPr>
          <a:xfrm>
            <a:off x="4157742" y="2752061"/>
            <a:ext cx="3563779" cy="1670521"/>
          </a:xfrm>
          <a:prstGeom prst="rect">
            <a:avLst/>
          </a:prstGeom>
        </p:spPr>
      </p:pic>
      <p:pic>
        <p:nvPicPr>
          <p:cNvPr id="10" name="Image 8" descr="preencoded.png"/>
          <p:cNvPicPr>
            <a:picLocks noChangeAspect="1"/>
          </p:cNvPicPr>
          <p:nvPr/>
        </p:nvPicPr>
        <p:blipFill>
          <a:blip r:embed="rId11"/>
          <a:stretch>
            <a:fillRect/>
          </a:stretch>
        </p:blipFill>
        <p:spPr>
          <a:xfrm>
            <a:off x="5772579" y="2937674"/>
            <a:ext cx="334104" cy="371227"/>
          </a:xfrm>
          <a:prstGeom prst="rect">
            <a:avLst/>
          </a:prstGeom>
        </p:spPr>
      </p:pic>
      <p:pic>
        <p:nvPicPr>
          <p:cNvPr id="11" name="Image 9" descr="preencoded.png"/>
          <p:cNvPicPr>
            <a:picLocks noChangeAspect="1"/>
          </p:cNvPicPr>
          <p:nvPr/>
        </p:nvPicPr>
        <p:blipFill>
          <a:blip r:embed="rId10"/>
          <a:stretch>
            <a:fillRect/>
          </a:stretch>
        </p:blipFill>
        <p:spPr>
          <a:xfrm>
            <a:off x="7944256" y="2752061"/>
            <a:ext cx="3563779" cy="1670521"/>
          </a:xfrm>
          <a:prstGeom prst="rect">
            <a:avLst/>
          </a:prstGeom>
        </p:spPr>
      </p:pic>
      <p:pic>
        <p:nvPicPr>
          <p:cNvPr id="12" name="Image 10" descr="preencoded.png"/>
          <p:cNvPicPr>
            <a:picLocks noChangeAspect="1"/>
          </p:cNvPicPr>
          <p:nvPr/>
        </p:nvPicPr>
        <p:blipFill>
          <a:blip r:embed="rId12"/>
          <a:stretch>
            <a:fillRect/>
          </a:stretch>
        </p:blipFill>
        <p:spPr>
          <a:xfrm>
            <a:off x="9517332" y="2937674"/>
            <a:ext cx="417630" cy="371227"/>
          </a:xfrm>
          <a:prstGeom prst="rect">
            <a:avLst/>
          </a:prstGeom>
        </p:spPr>
      </p:pic>
      <p:pic>
        <p:nvPicPr>
          <p:cNvPr id="13" name="Image 11" descr="preencoded.png"/>
          <p:cNvPicPr>
            <a:picLocks noChangeAspect="1"/>
          </p:cNvPicPr>
          <p:nvPr/>
        </p:nvPicPr>
        <p:blipFill>
          <a:blip r:embed="rId13"/>
          <a:stretch>
            <a:fillRect/>
          </a:stretch>
        </p:blipFill>
        <p:spPr>
          <a:xfrm>
            <a:off x="371227" y="4719563"/>
            <a:ext cx="5457036" cy="1559153"/>
          </a:xfrm>
          <a:prstGeom prst="rect">
            <a:avLst/>
          </a:prstGeom>
        </p:spPr>
      </p:pic>
      <p:pic>
        <p:nvPicPr>
          <p:cNvPr id="14" name="Image 12" descr="preencoded.png"/>
          <p:cNvPicPr>
            <a:picLocks noChangeAspect="1"/>
          </p:cNvPicPr>
          <p:nvPr/>
        </p:nvPicPr>
        <p:blipFill>
          <a:blip r:embed="rId14"/>
          <a:stretch>
            <a:fillRect/>
          </a:stretch>
        </p:blipFill>
        <p:spPr>
          <a:xfrm>
            <a:off x="556840" y="4905177"/>
            <a:ext cx="185613" cy="259859"/>
          </a:xfrm>
          <a:prstGeom prst="rect">
            <a:avLst/>
          </a:prstGeom>
        </p:spPr>
      </p:pic>
      <p:pic>
        <p:nvPicPr>
          <p:cNvPr id="15" name="Image 13" descr="preencoded.png"/>
          <p:cNvPicPr>
            <a:picLocks noChangeAspect="1"/>
          </p:cNvPicPr>
          <p:nvPr/>
        </p:nvPicPr>
        <p:blipFill>
          <a:blip r:embed="rId13"/>
          <a:stretch>
            <a:fillRect/>
          </a:stretch>
        </p:blipFill>
        <p:spPr>
          <a:xfrm>
            <a:off x="6050999" y="4719563"/>
            <a:ext cx="5457036" cy="1559153"/>
          </a:xfrm>
          <a:prstGeom prst="rect">
            <a:avLst/>
          </a:prstGeom>
        </p:spPr>
      </p:pic>
      <p:pic>
        <p:nvPicPr>
          <p:cNvPr id="16" name="Image 14" descr="preencoded.png"/>
          <p:cNvPicPr>
            <a:picLocks noChangeAspect="1"/>
          </p:cNvPicPr>
          <p:nvPr/>
        </p:nvPicPr>
        <p:blipFill>
          <a:blip r:embed="rId15"/>
          <a:stretch>
            <a:fillRect/>
          </a:stretch>
        </p:blipFill>
        <p:spPr>
          <a:xfrm>
            <a:off x="6236613" y="4905177"/>
            <a:ext cx="139210" cy="259859"/>
          </a:xfrm>
          <a:prstGeom prst="rect">
            <a:avLst/>
          </a:prstGeom>
        </p:spPr>
      </p:pic>
      <p:sp>
        <p:nvSpPr>
          <p:cNvPr id="17" name="Text 0"/>
          <p:cNvSpPr/>
          <p:nvPr/>
        </p:nvSpPr>
        <p:spPr>
          <a:xfrm>
            <a:off x="371227" y="227717"/>
            <a:ext cx="9140187"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Introduction to Amazon Machine Images</a:t>
            </a:r>
            <a:endParaRPr lang="en-US" sz="2631" dirty="0"/>
          </a:p>
        </p:txBody>
      </p:sp>
      <p:sp>
        <p:nvSpPr>
          <p:cNvPr id="18" name="Text 1"/>
          <p:cNvSpPr/>
          <p:nvPr/>
        </p:nvSpPr>
        <p:spPr>
          <a:xfrm>
            <a:off x="9863616" y="301963"/>
            <a:ext cx="2285134"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Amazon Web Services</a:t>
            </a:r>
            <a:endParaRPr lang="en-US" sz="1169" dirty="0"/>
          </a:p>
        </p:txBody>
      </p:sp>
      <p:sp>
        <p:nvSpPr>
          <p:cNvPr id="19" name="Text 2"/>
          <p:cNvSpPr/>
          <p:nvPr/>
        </p:nvSpPr>
        <p:spPr>
          <a:xfrm>
            <a:off x="928068" y="1341398"/>
            <a:ext cx="2421211"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What is an AMI?</a:t>
            </a:r>
            <a:endParaRPr lang="en-US" sz="1754" dirty="0"/>
          </a:p>
        </p:txBody>
      </p:sp>
      <p:sp>
        <p:nvSpPr>
          <p:cNvPr id="20" name="Text 3"/>
          <p:cNvSpPr/>
          <p:nvPr/>
        </p:nvSpPr>
        <p:spPr>
          <a:xfrm>
            <a:off x="928067" y="1712625"/>
            <a:ext cx="10357232" cy="519718"/>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An Amazon Machine Image (AMI) is a virtual machine template that provides the information required to launch an EC2 instance. It serves as the foundation for all EC2 instances in AWS.</a:t>
            </a:r>
            <a:endParaRPr lang="en-US" sz="1461" dirty="0"/>
          </a:p>
        </p:txBody>
      </p:sp>
      <p:sp>
        <p:nvSpPr>
          <p:cNvPr id="21" name="Text 4"/>
          <p:cNvSpPr/>
          <p:nvPr/>
        </p:nvSpPr>
        <p:spPr>
          <a:xfrm>
            <a:off x="237585" y="3457392"/>
            <a:ext cx="3831062" cy="259859"/>
          </a:xfrm>
          <a:prstGeom prst="rect">
            <a:avLst/>
          </a:prstGeom>
          <a:noFill/>
          <a:ln/>
        </p:spPr>
        <p:txBody>
          <a:bodyPr vert="horz" wrap="square" lIns="0" tIns="0" rIns="0" bIns="0" rtlCol="0" anchor="t"/>
          <a:lstStyle/>
          <a:p>
            <a:pPr algn="ctr">
              <a:lnSpc>
                <a:spcPts val="2046"/>
              </a:lnSpc>
            </a:pPr>
            <a:r>
              <a:rPr lang="en-US" sz="1461" b="1" dirty="0">
                <a:solidFill>
                  <a:srgbClr val="374151"/>
                </a:solidFill>
                <a:latin typeface="ui-sans-serif" pitchFamily="34" charset="0"/>
                <a:ea typeface="ui-sans-serif" pitchFamily="34" charset="-122"/>
                <a:cs typeface="ui-sans-serif" pitchFamily="34" charset="-120"/>
              </a:rPr>
              <a:t>Operating System</a:t>
            </a:r>
            <a:endParaRPr lang="en-US" sz="1461" dirty="0"/>
          </a:p>
        </p:txBody>
      </p:sp>
      <p:sp>
        <p:nvSpPr>
          <p:cNvPr id="22" name="Text 5"/>
          <p:cNvSpPr/>
          <p:nvPr/>
        </p:nvSpPr>
        <p:spPr>
          <a:xfrm>
            <a:off x="556840" y="3791496"/>
            <a:ext cx="3192552" cy="445472"/>
          </a:xfrm>
          <a:prstGeom prst="rect">
            <a:avLst/>
          </a:prstGeom>
          <a:noFill/>
          <a:ln/>
        </p:spPr>
        <p:txBody>
          <a:bodyPr vert="horz" wrap="square" lIns="0" tIns="0" rIns="0" bIns="0" rtlCol="0" anchor="t"/>
          <a:lstStyle/>
          <a:p>
            <a:pPr algn="ctr">
              <a:lnSpc>
                <a:spcPts val="1754"/>
              </a:lnSpc>
            </a:pPr>
            <a:r>
              <a:rPr lang="en-US" sz="1169" dirty="0">
                <a:solidFill>
                  <a:srgbClr val="4B5563"/>
                </a:solidFill>
                <a:latin typeface="ui-sans-serif" pitchFamily="34" charset="0"/>
                <a:ea typeface="ui-sans-serif" pitchFamily="34" charset="-122"/>
                <a:cs typeface="ui-sans-serif" pitchFamily="34" charset="-120"/>
              </a:rPr>
              <a:t>The core OS installed on the AMI, including the kernel and system tools</a:t>
            </a:r>
            <a:endParaRPr lang="en-US" sz="1169" dirty="0"/>
          </a:p>
        </p:txBody>
      </p:sp>
      <p:sp>
        <p:nvSpPr>
          <p:cNvPr id="23" name="Text 6"/>
          <p:cNvSpPr/>
          <p:nvPr/>
        </p:nvSpPr>
        <p:spPr>
          <a:xfrm>
            <a:off x="4024100" y="3457392"/>
            <a:ext cx="3831062" cy="259859"/>
          </a:xfrm>
          <a:prstGeom prst="rect">
            <a:avLst/>
          </a:prstGeom>
          <a:noFill/>
          <a:ln/>
        </p:spPr>
        <p:txBody>
          <a:bodyPr vert="horz" wrap="square" lIns="0" tIns="0" rIns="0" bIns="0" rtlCol="0" anchor="t"/>
          <a:lstStyle/>
          <a:p>
            <a:pPr algn="ctr">
              <a:lnSpc>
                <a:spcPts val="2046"/>
              </a:lnSpc>
            </a:pPr>
            <a:r>
              <a:rPr lang="en-US" sz="1461" b="1" dirty="0">
                <a:solidFill>
                  <a:srgbClr val="374151"/>
                </a:solidFill>
                <a:latin typeface="ui-sans-serif" pitchFamily="34" charset="0"/>
                <a:ea typeface="ui-sans-serif" pitchFamily="34" charset="-122"/>
                <a:cs typeface="ui-sans-serif" pitchFamily="34" charset="-120"/>
              </a:rPr>
              <a:t>Application Server</a:t>
            </a:r>
            <a:endParaRPr lang="en-US" sz="1461" dirty="0"/>
          </a:p>
        </p:txBody>
      </p:sp>
      <p:sp>
        <p:nvSpPr>
          <p:cNvPr id="24" name="Text 7"/>
          <p:cNvSpPr/>
          <p:nvPr/>
        </p:nvSpPr>
        <p:spPr>
          <a:xfrm>
            <a:off x="4343355" y="3791496"/>
            <a:ext cx="3192552" cy="445472"/>
          </a:xfrm>
          <a:prstGeom prst="rect">
            <a:avLst/>
          </a:prstGeom>
          <a:noFill/>
          <a:ln/>
        </p:spPr>
        <p:txBody>
          <a:bodyPr vert="horz" wrap="square" lIns="0" tIns="0" rIns="0" bIns="0" rtlCol="0" anchor="t"/>
          <a:lstStyle/>
          <a:p>
            <a:pPr algn="ctr">
              <a:lnSpc>
                <a:spcPts val="1754"/>
              </a:lnSpc>
            </a:pPr>
            <a:r>
              <a:rPr lang="en-US" sz="1169" dirty="0">
                <a:solidFill>
                  <a:srgbClr val="4B5563"/>
                </a:solidFill>
                <a:latin typeface="ui-sans-serif" pitchFamily="34" charset="0"/>
                <a:ea typeface="ui-sans-serif" pitchFamily="34" charset="-122"/>
                <a:cs typeface="ui-sans-serif" pitchFamily="34" charset="-120"/>
              </a:rPr>
              <a:t>Pre-configured web or application server software</a:t>
            </a:r>
            <a:endParaRPr lang="en-US" sz="1169" dirty="0"/>
          </a:p>
        </p:txBody>
      </p:sp>
      <p:sp>
        <p:nvSpPr>
          <p:cNvPr id="25" name="Text 8"/>
          <p:cNvSpPr/>
          <p:nvPr/>
        </p:nvSpPr>
        <p:spPr>
          <a:xfrm>
            <a:off x="8129870" y="3457392"/>
            <a:ext cx="3192552" cy="259859"/>
          </a:xfrm>
          <a:prstGeom prst="rect">
            <a:avLst/>
          </a:prstGeom>
          <a:noFill/>
          <a:ln/>
        </p:spPr>
        <p:txBody>
          <a:bodyPr vert="horz" wrap="square" lIns="0" tIns="0" rIns="0" bIns="0" rtlCol="0" anchor="t"/>
          <a:lstStyle/>
          <a:p>
            <a:pPr algn="ctr">
              <a:lnSpc>
                <a:spcPts val="2046"/>
              </a:lnSpc>
            </a:pPr>
            <a:r>
              <a:rPr lang="en-US" sz="1461" b="1" dirty="0">
                <a:solidFill>
                  <a:srgbClr val="374151"/>
                </a:solidFill>
                <a:latin typeface="ui-sans-serif" pitchFamily="34" charset="0"/>
                <a:ea typeface="ui-sans-serif" pitchFamily="34" charset="-122"/>
                <a:cs typeface="ui-sans-serif" pitchFamily="34" charset="-120"/>
              </a:rPr>
              <a:t>Applications</a:t>
            </a:r>
            <a:endParaRPr lang="en-US" sz="1461" dirty="0"/>
          </a:p>
        </p:txBody>
      </p:sp>
      <p:sp>
        <p:nvSpPr>
          <p:cNvPr id="26" name="Text 9"/>
          <p:cNvSpPr/>
          <p:nvPr/>
        </p:nvSpPr>
        <p:spPr>
          <a:xfrm>
            <a:off x="8129870" y="3791496"/>
            <a:ext cx="3192552" cy="445472"/>
          </a:xfrm>
          <a:prstGeom prst="rect">
            <a:avLst/>
          </a:prstGeom>
          <a:noFill/>
          <a:ln/>
        </p:spPr>
        <p:txBody>
          <a:bodyPr vert="horz" wrap="square" lIns="0" tIns="0" rIns="0" bIns="0" rtlCol="0" anchor="t"/>
          <a:lstStyle/>
          <a:p>
            <a:pPr algn="ctr">
              <a:lnSpc>
                <a:spcPts val="1754"/>
              </a:lnSpc>
            </a:pPr>
            <a:r>
              <a:rPr lang="en-US" sz="1169" dirty="0">
                <a:solidFill>
                  <a:srgbClr val="4B5563"/>
                </a:solidFill>
                <a:latin typeface="ui-sans-serif" pitchFamily="34" charset="0"/>
                <a:ea typeface="ui-sans-serif" pitchFamily="34" charset="-122"/>
                <a:cs typeface="ui-sans-serif" pitchFamily="34" charset="-120"/>
              </a:rPr>
              <a:t>Installed applications and their configurations</a:t>
            </a:r>
            <a:endParaRPr lang="en-US" sz="1169" dirty="0"/>
          </a:p>
        </p:txBody>
      </p:sp>
      <p:sp>
        <p:nvSpPr>
          <p:cNvPr id="27" name="Text 10"/>
          <p:cNvSpPr/>
          <p:nvPr/>
        </p:nvSpPr>
        <p:spPr>
          <a:xfrm>
            <a:off x="853822" y="4905177"/>
            <a:ext cx="2430782"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Key Characteristics</a:t>
            </a:r>
            <a:endParaRPr lang="en-US" sz="1461" dirty="0"/>
          </a:p>
        </p:txBody>
      </p:sp>
      <p:sp>
        <p:nvSpPr>
          <p:cNvPr id="28" name="Text 11"/>
          <p:cNvSpPr/>
          <p:nvPr/>
        </p:nvSpPr>
        <p:spPr>
          <a:xfrm>
            <a:off x="742454" y="5276404"/>
            <a:ext cx="5880235"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Region-specific and must be copied to other regions if needed</a:t>
            </a:r>
            <a:endParaRPr lang="en-US" sz="1169" dirty="0"/>
          </a:p>
        </p:txBody>
      </p:sp>
      <p:sp>
        <p:nvSpPr>
          <p:cNvPr id="29" name="Text 12"/>
          <p:cNvSpPr/>
          <p:nvPr/>
        </p:nvSpPr>
        <p:spPr>
          <a:xfrm>
            <a:off x="742454" y="5573385"/>
            <a:ext cx="5880235"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Can be created from EC2 instances or other AMIs</a:t>
            </a:r>
            <a:endParaRPr lang="en-US" sz="1169" dirty="0"/>
          </a:p>
        </p:txBody>
      </p:sp>
      <p:sp>
        <p:nvSpPr>
          <p:cNvPr id="30" name="Text 13"/>
          <p:cNvSpPr/>
          <p:nvPr/>
        </p:nvSpPr>
        <p:spPr>
          <a:xfrm>
            <a:off x="742454" y="5870367"/>
            <a:ext cx="5880235"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Public AMIs are shared with all AWS accounts</a:t>
            </a:r>
            <a:endParaRPr lang="en-US" sz="1169" dirty="0"/>
          </a:p>
        </p:txBody>
      </p:sp>
      <p:sp>
        <p:nvSpPr>
          <p:cNvPr id="31" name="Text 14"/>
          <p:cNvSpPr/>
          <p:nvPr/>
        </p:nvSpPr>
        <p:spPr>
          <a:xfrm>
            <a:off x="6487191" y="4905177"/>
            <a:ext cx="2159845"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Why AMIs Matter</a:t>
            </a:r>
            <a:endParaRPr lang="en-US" sz="1461" dirty="0"/>
          </a:p>
        </p:txBody>
      </p:sp>
      <p:sp>
        <p:nvSpPr>
          <p:cNvPr id="32" name="Text 15"/>
          <p:cNvSpPr/>
          <p:nvPr/>
        </p:nvSpPr>
        <p:spPr>
          <a:xfrm>
            <a:off x="6422226" y="5276404"/>
            <a:ext cx="5880235"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Enables consistent and reproducible deployments</a:t>
            </a:r>
            <a:endParaRPr lang="en-US" sz="1169" dirty="0"/>
          </a:p>
        </p:txBody>
      </p:sp>
      <p:sp>
        <p:nvSpPr>
          <p:cNvPr id="33" name="Text 16"/>
          <p:cNvSpPr/>
          <p:nvPr/>
        </p:nvSpPr>
        <p:spPr>
          <a:xfrm>
            <a:off x="6422226" y="5573385"/>
            <a:ext cx="5880235"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Provides a snapshot of your application environment</a:t>
            </a:r>
            <a:endParaRPr lang="en-US" sz="1169" dirty="0"/>
          </a:p>
        </p:txBody>
      </p:sp>
      <p:sp>
        <p:nvSpPr>
          <p:cNvPr id="34" name="Text 17"/>
          <p:cNvSpPr/>
          <p:nvPr/>
        </p:nvSpPr>
        <p:spPr>
          <a:xfrm>
            <a:off x="6422226" y="5870367"/>
            <a:ext cx="5880235"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Facilitates rapid scaling and instance launching</a:t>
            </a:r>
            <a:endParaRPr lang="en-US" sz="1169" dirty="0"/>
          </a:p>
        </p:txBody>
      </p:sp>
      <p:sp>
        <p:nvSpPr>
          <p:cNvPr id="35" name="Text 18"/>
          <p:cNvSpPr/>
          <p:nvPr/>
        </p:nvSpPr>
        <p:spPr>
          <a:xfrm>
            <a:off x="11401743" y="6380805"/>
            <a:ext cx="350287" cy="194894"/>
          </a:xfrm>
          <a:prstGeom prst="rect">
            <a:avLst/>
          </a:prstGeom>
          <a:noFill/>
          <a:ln/>
        </p:spPr>
        <p:txBody>
          <a:bodyPr vert="horz" wrap="square" lIns="0" tIns="0" rIns="0" bIns="0" rtlCol="0" anchor="t"/>
          <a:lstStyle/>
          <a:p>
            <a:pPr>
              <a:lnSpc>
                <a:spcPts val="1535"/>
              </a:lnSpc>
            </a:pPr>
            <a:endParaRPr lang="en-US" sz="102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317855" y="2028168"/>
            <a:ext cx="890945" cy="890945"/>
          </a:xfrm>
          <a:prstGeom prst="rect">
            <a:avLst/>
          </a:prstGeom>
        </p:spPr>
      </p:pic>
      <p:pic>
        <p:nvPicPr>
          <p:cNvPr id="4" name="Image 2" descr="preencoded.png"/>
          <p:cNvPicPr>
            <a:picLocks noChangeAspect="1"/>
          </p:cNvPicPr>
          <p:nvPr/>
        </p:nvPicPr>
        <p:blipFill>
          <a:blip r:embed="rId5"/>
          <a:stretch>
            <a:fillRect/>
          </a:stretch>
        </p:blipFill>
        <p:spPr>
          <a:xfrm>
            <a:off x="1540592" y="2250904"/>
            <a:ext cx="445472" cy="445472"/>
          </a:xfrm>
          <a:prstGeom prst="rect">
            <a:avLst/>
          </a:prstGeom>
        </p:spPr>
      </p:pic>
      <p:pic>
        <p:nvPicPr>
          <p:cNvPr id="5" name="Image 3" descr="preencoded.png"/>
          <p:cNvPicPr>
            <a:picLocks noChangeAspect="1"/>
          </p:cNvPicPr>
          <p:nvPr/>
        </p:nvPicPr>
        <p:blipFill>
          <a:blip r:embed="rId6"/>
          <a:stretch>
            <a:fillRect/>
          </a:stretch>
        </p:blipFill>
        <p:spPr>
          <a:xfrm>
            <a:off x="4102057" y="1935361"/>
            <a:ext cx="890945" cy="890945"/>
          </a:xfrm>
          <a:prstGeom prst="rect">
            <a:avLst/>
          </a:prstGeom>
        </p:spPr>
      </p:pic>
      <p:pic>
        <p:nvPicPr>
          <p:cNvPr id="6" name="Image 4" descr="preencoded.png"/>
          <p:cNvPicPr>
            <a:picLocks noChangeAspect="1"/>
          </p:cNvPicPr>
          <p:nvPr/>
        </p:nvPicPr>
        <p:blipFill>
          <a:blip r:embed="rId7"/>
          <a:stretch>
            <a:fillRect/>
          </a:stretch>
        </p:blipFill>
        <p:spPr>
          <a:xfrm>
            <a:off x="4324794" y="2158098"/>
            <a:ext cx="445472" cy="445472"/>
          </a:xfrm>
          <a:prstGeom prst="rect">
            <a:avLst/>
          </a:prstGeom>
        </p:spPr>
      </p:pic>
      <p:pic>
        <p:nvPicPr>
          <p:cNvPr id="7" name="Image 5" descr="preencoded.png"/>
          <p:cNvPicPr>
            <a:picLocks noChangeAspect="1"/>
          </p:cNvPicPr>
          <p:nvPr/>
        </p:nvPicPr>
        <p:blipFill>
          <a:blip r:embed="rId8"/>
          <a:stretch>
            <a:fillRect/>
          </a:stretch>
        </p:blipFill>
        <p:spPr>
          <a:xfrm>
            <a:off x="6886260" y="2028168"/>
            <a:ext cx="890945" cy="890945"/>
          </a:xfrm>
          <a:prstGeom prst="rect">
            <a:avLst/>
          </a:prstGeom>
        </p:spPr>
      </p:pic>
      <p:pic>
        <p:nvPicPr>
          <p:cNvPr id="8" name="Image 6" descr="preencoded.png"/>
          <p:cNvPicPr>
            <a:picLocks noChangeAspect="1"/>
          </p:cNvPicPr>
          <p:nvPr/>
        </p:nvPicPr>
        <p:blipFill>
          <a:blip r:embed="rId9"/>
          <a:stretch>
            <a:fillRect/>
          </a:stretch>
        </p:blipFill>
        <p:spPr>
          <a:xfrm>
            <a:off x="7108996" y="2250904"/>
            <a:ext cx="445472" cy="445472"/>
          </a:xfrm>
          <a:prstGeom prst="rect">
            <a:avLst/>
          </a:prstGeom>
        </p:spPr>
      </p:pic>
      <p:pic>
        <p:nvPicPr>
          <p:cNvPr id="9" name="Image 7" descr="preencoded.png"/>
          <p:cNvPicPr>
            <a:picLocks noChangeAspect="1"/>
          </p:cNvPicPr>
          <p:nvPr/>
        </p:nvPicPr>
        <p:blipFill>
          <a:blip r:embed="rId10"/>
          <a:stretch>
            <a:fillRect/>
          </a:stretch>
        </p:blipFill>
        <p:spPr>
          <a:xfrm>
            <a:off x="9670462" y="2028168"/>
            <a:ext cx="890945" cy="890945"/>
          </a:xfrm>
          <a:prstGeom prst="rect">
            <a:avLst/>
          </a:prstGeom>
        </p:spPr>
      </p:pic>
      <p:pic>
        <p:nvPicPr>
          <p:cNvPr id="10" name="Image 8" descr="preencoded.png"/>
          <p:cNvPicPr>
            <a:picLocks noChangeAspect="1"/>
          </p:cNvPicPr>
          <p:nvPr/>
        </p:nvPicPr>
        <p:blipFill>
          <a:blip r:embed="rId11"/>
          <a:stretch>
            <a:fillRect/>
          </a:stretch>
        </p:blipFill>
        <p:spPr>
          <a:xfrm>
            <a:off x="9893198" y="2250904"/>
            <a:ext cx="445472" cy="445472"/>
          </a:xfrm>
          <a:prstGeom prst="rect">
            <a:avLst/>
          </a:prstGeom>
        </p:spPr>
      </p:pic>
      <p:pic>
        <p:nvPicPr>
          <p:cNvPr id="11" name="Image 9" descr="preencoded.png"/>
          <p:cNvPicPr>
            <a:picLocks noChangeAspect="1"/>
          </p:cNvPicPr>
          <p:nvPr/>
        </p:nvPicPr>
        <p:blipFill>
          <a:blip r:embed="rId12"/>
          <a:stretch>
            <a:fillRect/>
          </a:stretch>
        </p:blipFill>
        <p:spPr>
          <a:xfrm>
            <a:off x="5197177" y="4101350"/>
            <a:ext cx="1484908" cy="549656"/>
          </a:xfrm>
          <a:prstGeom prst="rect">
            <a:avLst/>
          </a:prstGeom>
        </p:spPr>
      </p:pic>
      <p:pic>
        <p:nvPicPr>
          <p:cNvPr id="12" name="Image 10" descr="preencoded.png"/>
          <p:cNvPicPr>
            <a:picLocks noChangeAspect="1"/>
          </p:cNvPicPr>
          <p:nvPr/>
        </p:nvPicPr>
        <p:blipFill>
          <a:blip r:embed="rId13"/>
          <a:stretch>
            <a:fillRect/>
          </a:stretch>
        </p:blipFill>
        <p:spPr>
          <a:xfrm>
            <a:off x="5696084" y="4280141"/>
            <a:ext cx="148491" cy="148491"/>
          </a:xfrm>
          <a:prstGeom prst="rect">
            <a:avLst/>
          </a:prstGeom>
        </p:spPr>
      </p:pic>
      <p:pic>
        <p:nvPicPr>
          <p:cNvPr id="13" name="Image 11" descr="preencoded.png"/>
          <p:cNvPicPr>
            <a:picLocks noChangeAspect="1"/>
          </p:cNvPicPr>
          <p:nvPr/>
        </p:nvPicPr>
        <p:blipFill>
          <a:blip r:embed="rId14"/>
          <a:stretch>
            <a:fillRect/>
          </a:stretch>
        </p:blipFill>
        <p:spPr>
          <a:xfrm>
            <a:off x="3044061" y="5313527"/>
            <a:ext cx="1336417" cy="593963"/>
          </a:xfrm>
          <a:prstGeom prst="rect">
            <a:avLst/>
          </a:prstGeom>
        </p:spPr>
      </p:pic>
      <p:pic>
        <p:nvPicPr>
          <p:cNvPr id="14" name="Image 12" descr="preencoded.png"/>
          <p:cNvPicPr>
            <a:picLocks noChangeAspect="1"/>
          </p:cNvPicPr>
          <p:nvPr/>
        </p:nvPicPr>
        <p:blipFill>
          <a:blip r:embed="rId15"/>
          <a:stretch>
            <a:fillRect/>
          </a:stretch>
        </p:blipFill>
        <p:spPr>
          <a:xfrm>
            <a:off x="3044061" y="5536263"/>
            <a:ext cx="148491" cy="148491"/>
          </a:xfrm>
          <a:prstGeom prst="rect">
            <a:avLst/>
          </a:prstGeom>
        </p:spPr>
      </p:pic>
      <p:pic>
        <p:nvPicPr>
          <p:cNvPr id="15" name="Image 13" descr="preencoded.png"/>
          <p:cNvPicPr>
            <a:picLocks noChangeAspect="1"/>
          </p:cNvPicPr>
          <p:nvPr/>
        </p:nvPicPr>
        <p:blipFill>
          <a:blip r:embed="rId14"/>
          <a:stretch>
            <a:fillRect/>
          </a:stretch>
        </p:blipFill>
        <p:spPr>
          <a:xfrm>
            <a:off x="5271423" y="5313527"/>
            <a:ext cx="1336417" cy="593963"/>
          </a:xfrm>
          <a:prstGeom prst="rect">
            <a:avLst/>
          </a:prstGeom>
        </p:spPr>
      </p:pic>
      <p:pic>
        <p:nvPicPr>
          <p:cNvPr id="16" name="Image 14" descr="preencoded.png"/>
          <p:cNvPicPr>
            <a:picLocks noChangeAspect="1"/>
          </p:cNvPicPr>
          <p:nvPr/>
        </p:nvPicPr>
        <p:blipFill>
          <a:blip r:embed="rId15"/>
          <a:stretch>
            <a:fillRect/>
          </a:stretch>
        </p:blipFill>
        <p:spPr>
          <a:xfrm>
            <a:off x="5271422" y="5536263"/>
            <a:ext cx="148491" cy="148491"/>
          </a:xfrm>
          <a:prstGeom prst="rect">
            <a:avLst/>
          </a:prstGeom>
        </p:spPr>
      </p:pic>
      <p:pic>
        <p:nvPicPr>
          <p:cNvPr id="17" name="Image 15" descr="preencoded.png"/>
          <p:cNvPicPr>
            <a:picLocks noChangeAspect="1"/>
          </p:cNvPicPr>
          <p:nvPr/>
        </p:nvPicPr>
        <p:blipFill>
          <a:blip r:embed="rId14"/>
          <a:stretch>
            <a:fillRect/>
          </a:stretch>
        </p:blipFill>
        <p:spPr>
          <a:xfrm>
            <a:off x="7498784" y="5313527"/>
            <a:ext cx="1336417" cy="593963"/>
          </a:xfrm>
          <a:prstGeom prst="rect">
            <a:avLst/>
          </a:prstGeom>
        </p:spPr>
      </p:pic>
      <p:pic>
        <p:nvPicPr>
          <p:cNvPr id="18" name="Image 16" descr="preencoded.png"/>
          <p:cNvPicPr>
            <a:picLocks noChangeAspect="1"/>
          </p:cNvPicPr>
          <p:nvPr/>
        </p:nvPicPr>
        <p:blipFill>
          <a:blip r:embed="rId15"/>
          <a:stretch>
            <a:fillRect/>
          </a:stretch>
        </p:blipFill>
        <p:spPr>
          <a:xfrm>
            <a:off x="7498784" y="5536263"/>
            <a:ext cx="148491" cy="148491"/>
          </a:xfrm>
          <a:prstGeom prst="rect">
            <a:avLst/>
          </a:prstGeom>
        </p:spPr>
      </p:pic>
      <p:pic>
        <p:nvPicPr>
          <p:cNvPr id="23" name="Image 21" descr="preencoded.png"/>
          <p:cNvPicPr>
            <a:picLocks noChangeAspect="1"/>
          </p:cNvPicPr>
          <p:nvPr/>
        </p:nvPicPr>
        <p:blipFill>
          <a:blip r:embed="rId16"/>
          <a:stretch>
            <a:fillRect/>
          </a:stretch>
        </p:blipFill>
        <p:spPr>
          <a:xfrm>
            <a:off x="371227" y="6445769"/>
            <a:ext cx="129929" cy="129929"/>
          </a:xfrm>
          <a:prstGeom prst="rect">
            <a:avLst/>
          </a:prstGeom>
        </p:spPr>
      </p:pic>
      <p:sp>
        <p:nvSpPr>
          <p:cNvPr id="25" name="Text 0"/>
          <p:cNvSpPr/>
          <p:nvPr/>
        </p:nvSpPr>
        <p:spPr>
          <a:xfrm>
            <a:off x="371227" y="301963"/>
            <a:ext cx="13364170" cy="334104"/>
          </a:xfrm>
          <a:prstGeom prst="rect">
            <a:avLst/>
          </a:prstGeom>
          <a:noFill/>
          <a:ln/>
        </p:spPr>
        <p:txBody>
          <a:bodyPr vert="horz" wrap="square" lIns="0" tIns="0" rIns="0" bIns="0" rtlCol="0" anchor="t"/>
          <a:lstStyle/>
          <a:p>
            <a:pPr>
              <a:lnSpc>
                <a:spcPts val="2631"/>
              </a:lnSpc>
            </a:pPr>
            <a:r>
              <a:rPr lang="en-US" sz="2192" b="1" dirty="0">
                <a:solidFill>
                  <a:srgbClr val="1F2937"/>
                </a:solidFill>
                <a:latin typeface="ui-sans-serif" pitchFamily="34" charset="0"/>
                <a:ea typeface="ui-sans-serif" pitchFamily="34" charset="-122"/>
                <a:cs typeface="ui-sans-serif" pitchFamily="34" charset="-120"/>
              </a:rPr>
              <a:t>Creating and Deploying Multiple EC2 Instances from a Custom AMI</a:t>
            </a:r>
            <a:endParaRPr lang="en-US" sz="2192" dirty="0"/>
          </a:p>
        </p:txBody>
      </p:sp>
      <p:sp>
        <p:nvSpPr>
          <p:cNvPr id="26" name="Text 1"/>
          <p:cNvSpPr/>
          <p:nvPr/>
        </p:nvSpPr>
        <p:spPr>
          <a:xfrm>
            <a:off x="371227" y="710312"/>
            <a:ext cx="13364170" cy="259859"/>
          </a:xfrm>
          <a:prstGeom prst="rect">
            <a:avLst/>
          </a:prstGeom>
          <a:noFill/>
          <a:ln/>
        </p:spPr>
        <p:txBody>
          <a:bodyPr vert="horz" wrap="square" lIns="0" tIns="0" rIns="0" bIns="0" rtlCol="0" anchor="t"/>
          <a:lstStyle/>
          <a:p>
            <a:pPr>
              <a:lnSpc>
                <a:spcPts val="2046"/>
              </a:lnSpc>
            </a:pPr>
            <a:r>
              <a:rPr lang="en-US" sz="1315" dirty="0">
                <a:solidFill>
                  <a:srgbClr val="4B5563"/>
                </a:solidFill>
                <a:latin typeface="ui-sans-serif" pitchFamily="34" charset="0"/>
                <a:ea typeface="ui-sans-serif" pitchFamily="34" charset="-122"/>
                <a:cs typeface="ui-sans-serif" pitchFamily="34" charset="-120"/>
              </a:rPr>
              <a:t>A step-by-step visual guide to installing software on one server, creating an AMI, and launching multiple identical instances</a:t>
            </a:r>
            <a:endParaRPr lang="en-US" sz="1315" dirty="0"/>
          </a:p>
        </p:txBody>
      </p:sp>
      <p:sp>
        <p:nvSpPr>
          <p:cNvPr id="27" name="Text 2"/>
          <p:cNvSpPr/>
          <p:nvPr/>
        </p:nvSpPr>
        <p:spPr>
          <a:xfrm>
            <a:off x="1425743" y="3067603"/>
            <a:ext cx="810029"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Step 1</a:t>
            </a:r>
            <a:endParaRPr lang="en-US" sz="1461" dirty="0"/>
          </a:p>
        </p:txBody>
      </p:sp>
      <p:sp>
        <p:nvSpPr>
          <p:cNvPr id="28" name="Text 3"/>
          <p:cNvSpPr/>
          <p:nvPr/>
        </p:nvSpPr>
        <p:spPr>
          <a:xfrm>
            <a:off x="611190" y="3401708"/>
            <a:ext cx="2304275" cy="222736"/>
          </a:xfrm>
          <a:prstGeom prst="rect">
            <a:avLst/>
          </a:prstGeom>
          <a:noFill/>
          <a:ln/>
        </p:spPr>
        <p:txBody>
          <a:bodyPr vert="horz" wrap="square" lIns="0" tIns="0" rIns="0" bIns="0" rtlCol="0" anchor="t"/>
          <a:lstStyle/>
          <a:p>
            <a:pPr algn="ctr">
              <a:lnSpc>
                <a:spcPts val="1754"/>
              </a:lnSpc>
            </a:pPr>
            <a:r>
              <a:rPr lang="en-US" sz="1169" dirty="0">
                <a:solidFill>
                  <a:srgbClr val="4B5563"/>
                </a:solidFill>
                <a:latin typeface="ui-sans-serif" pitchFamily="34" charset="0"/>
                <a:ea typeface="ui-sans-serif" pitchFamily="34" charset="-122"/>
                <a:cs typeface="ui-sans-serif" pitchFamily="34" charset="-120"/>
              </a:rPr>
              <a:t>Create Base EC2 Instance</a:t>
            </a:r>
            <a:endParaRPr lang="en-US" sz="1169" dirty="0"/>
          </a:p>
        </p:txBody>
      </p:sp>
      <p:sp>
        <p:nvSpPr>
          <p:cNvPr id="29" name="Text 4"/>
          <p:cNvSpPr/>
          <p:nvPr/>
        </p:nvSpPr>
        <p:spPr>
          <a:xfrm>
            <a:off x="566484" y="3698689"/>
            <a:ext cx="2393544" cy="185613"/>
          </a:xfrm>
          <a:prstGeom prst="rect">
            <a:avLst/>
          </a:prstGeom>
          <a:noFill/>
          <a:ln/>
        </p:spPr>
        <p:txBody>
          <a:bodyPr vert="horz" wrap="square" lIns="0" tIns="0" rIns="0" bIns="0" rtlCol="0" anchor="t"/>
          <a:lstStyle/>
          <a:p>
            <a:pPr algn="ctr">
              <a:lnSpc>
                <a:spcPts val="1461"/>
              </a:lnSpc>
            </a:pPr>
            <a:r>
              <a:rPr lang="en-US" sz="1023" dirty="0">
                <a:solidFill>
                  <a:srgbClr val="6B7280"/>
                </a:solidFill>
                <a:latin typeface="ui-sans-serif" pitchFamily="34" charset="0"/>
                <a:ea typeface="ui-sans-serif" pitchFamily="34" charset="-122"/>
                <a:cs typeface="ui-sans-serif" pitchFamily="34" charset="-120"/>
              </a:rPr>
              <a:t>Launch a virtual server in AWS</a:t>
            </a:r>
            <a:endParaRPr lang="en-US" sz="1023" dirty="0"/>
          </a:p>
        </p:txBody>
      </p:sp>
      <p:sp>
        <p:nvSpPr>
          <p:cNvPr id="30" name="Text 5"/>
          <p:cNvSpPr/>
          <p:nvPr/>
        </p:nvSpPr>
        <p:spPr>
          <a:xfrm>
            <a:off x="4209945" y="2974797"/>
            <a:ext cx="810029"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Step 2</a:t>
            </a:r>
            <a:endParaRPr lang="en-US" sz="1461" dirty="0"/>
          </a:p>
        </p:txBody>
      </p:sp>
      <p:sp>
        <p:nvSpPr>
          <p:cNvPr id="31" name="Text 6"/>
          <p:cNvSpPr/>
          <p:nvPr/>
        </p:nvSpPr>
        <p:spPr>
          <a:xfrm>
            <a:off x="3433342" y="3308901"/>
            <a:ext cx="2228232" cy="222736"/>
          </a:xfrm>
          <a:prstGeom prst="rect">
            <a:avLst/>
          </a:prstGeom>
          <a:noFill/>
          <a:ln/>
        </p:spPr>
        <p:txBody>
          <a:bodyPr vert="horz" wrap="square" lIns="0" tIns="0" rIns="0" bIns="0" rtlCol="0" anchor="t"/>
          <a:lstStyle/>
          <a:p>
            <a:pPr algn="ctr">
              <a:lnSpc>
                <a:spcPts val="1754"/>
              </a:lnSpc>
            </a:pPr>
            <a:r>
              <a:rPr lang="en-US" sz="1169" dirty="0">
                <a:solidFill>
                  <a:srgbClr val="4B5563"/>
                </a:solidFill>
                <a:latin typeface="ui-sans-serif" pitchFamily="34" charset="0"/>
                <a:ea typeface="ui-sans-serif" pitchFamily="34" charset="-122"/>
                <a:cs typeface="ui-sans-serif" pitchFamily="34" charset="-120"/>
              </a:rPr>
              <a:t>Install Required Software</a:t>
            </a:r>
            <a:endParaRPr lang="en-US" sz="1169" dirty="0"/>
          </a:p>
        </p:txBody>
      </p:sp>
      <p:sp>
        <p:nvSpPr>
          <p:cNvPr id="32" name="Text 7"/>
          <p:cNvSpPr/>
          <p:nvPr/>
        </p:nvSpPr>
        <p:spPr>
          <a:xfrm>
            <a:off x="3155429" y="3605882"/>
            <a:ext cx="2784202" cy="371227"/>
          </a:xfrm>
          <a:prstGeom prst="rect">
            <a:avLst/>
          </a:prstGeom>
          <a:noFill/>
          <a:ln/>
        </p:spPr>
        <p:txBody>
          <a:bodyPr vert="horz" wrap="square" lIns="0" tIns="0" rIns="0" bIns="0" rtlCol="0" anchor="t"/>
          <a:lstStyle/>
          <a:p>
            <a:pPr algn="ctr">
              <a:lnSpc>
                <a:spcPts val="1461"/>
              </a:lnSpc>
            </a:pPr>
            <a:r>
              <a:rPr lang="en-US" sz="1023" dirty="0">
                <a:solidFill>
                  <a:srgbClr val="6B7280"/>
                </a:solidFill>
                <a:latin typeface="ui-sans-serif" pitchFamily="34" charset="0"/>
                <a:ea typeface="ui-sans-serif" pitchFamily="34" charset="-122"/>
                <a:cs typeface="ui-sans-serif" pitchFamily="34" charset="-120"/>
              </a:rPr>
              <a:t>Configure the server with necessary applications</a:t>
            </a:r>
            <a:endParaRPr lang="en-US" sz="1023" dirty="0"/>
          </a:p>
        </p:txBody>
      </p:sp>
      <p:sp>
        <p:nvSpPr>
          <p:cNvPr id="33" name="Text 8"/>
          <p:cNvSpPr/>
          <p:nvPr/>
        </p:nvSpPr>
        <p:spPr>
          <a:xfrm>
            <a:off x="6994147" y="3067603"/>
            <a:ext cx="810029"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Step 3</a:t>
            </a:r>
            <a:endParaRPr lang="en-US" sz="1461" dirty="0"/>
          </a:p>
        </p:txBody>
      </p:sp>
      <p:sp>
        <p:nvSpPr>
          <p:cNvPr id="34" name="Text 9"/>
          <p:cNvSpPr/>
          <p:nvPr/>
        </p:nvSpPr>
        <p:spPr>
          <a:xfrm>
            <a:off x="6473517" y="3401708"/>
            <a:ext cx="1716286" cy="222736"/>
          </a:xfrm>
          <a:prstGeom prst="rect">
            <a:avLst/>
          </a:prstGeom>
          <a:noFill/>
          <a:ln/>
        </p:spPr>
        <p:txBody>
          <a:bodyPr vert="horz" wrap="square" lIns="0" tIns="0" rIns="0" bIns="0" rtlCol="0" anchor="t"/>
          <a:lstStyle/>
          <a:p>
            <a:pPr algn="ctr">
              <a:lnSpc>
                <a:spcPts val="1754"/>
              </a:lnSpc>
            </a:pPr>
            <a:r>
              <a:rPr lang="en-US" sz="1169" dirty="0">
                <a:solidFill>
                  <a:srgbClr val="4B5563"/>
                </a:solidFill>
                <a:latin typeface="ui-sans-serif" pitchFamily="34" charset="0"/>
                <a:ea typeface="ui-sans-serif" pitchFamily="34" charset="-122"/>
                <a:cs typeface="ui-sans-serif" pitchFamily="34" charset="-120"/>
              </a:rPr>
              <a:t>Create Custom AMI</a:t>
            </a:r>
            <a:endParaRPr lang="en-US" sz="1169" dirty="0"/>
          </a:p>
        </p:txBody>
      </p:sp>
      <p:sp>
        <p:nvSpPr>
          <p:cNvPr id="35" name="Text 10"/>
          <p:cNvSpPr/>
          <p:nvPr/>
        </p:nvSpPr>
        <p:spPr>
          <a:xfrm>
            <a:off x="5770665" y="3698689"/>
            <a:ext cx="3122135" cy="185613"/>
          </a:xfrm>
          <a:prstGeom prst="rect">
            <a:avLst/>
          </a:prstGeom>
          <a:noFill/>
          <a:ln/>
        </p:spPr>
        <p:txBody>
          <a:bodyPr vert="horz" wrap="square" lIns="0" tIns="0" rIns="0" bIns="0" rtlCol="0" anchor="t"/>
          <a:lstStyle/>
          <a:p>
            <a:pPr algn="ctr">
              <a:lnSpc>
                <a:spcPts val="1461"/>
              </a:lnSpc>
            </a:pPr>
            <a:r>
              <a:rPr lang="en-US" sz="1023" dirty="0">
                <a:solidFill>
                  <a:srgbClr val="6B7280"/>
                </a:solidFill>
                <a:latin typeface="ui-sans-serif" pitchFamily="34" charset="0"/>
                <a:ea typeface="ui-sans-serif" pitchFamily="34" charset="-122"/>
                <a:cs typeface="ui-sans-serif" pitchFamily="34" charset="-120"/>
              </a:rPr>
              <a:t>Save the server configuration as an AMI</a:t>
            </a:r>
            <a:endParaRPr lang="en-US" sz="1023" dirty="0"/>
          </a:p>
        </p:txBody>
      </p:sp>
      <p:sp>
        <p:nvSpPr>
          <p:cNvPr id="36" name="Text 11"/>
          <p:cNvSpPr/>
          <p:nvPr/>
        </p:nvSpPr>
        <p:spPr>
          <a:xfrm>
            <a:off x="9778350" y="3067603"/>
            <a:ext cx="810029"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Step 4</a:t>
            </a:r>
            <a:endParaRPr lang="en-US" sz="1461" dirty="0"/>
          </a:p>
        </p:txBody>
      </p:sp>
      <p:sp>
        <p:nvSpPr>
          <p:cNvPr id="37" name="Text 12"/>
          <p:cNvSpPr/>
          <p:nvPr/>
        </p:nvSpPr>
        <p:spPr>
          <a:xfrm>
            <a:off x="8957358" y="3401708"/>
            <a:ext cx="2317152" cy="222736"/>
          </a:xfrm>
          <a:prstGeom prst="rect">
            <a:avLst/>
          </a:prstGeom>
          <a:noFill/>
          <a:ln/>
        </p:spPr>
        <p:txBody>
          <a:bodyPr vert="horz" wrap="square" lIns="0" tIns="0" rIns="0" bIns="0" rtlCol="0" anchor="t"/>
          <a:lstStyle/>
          <a:p>
            <a:pPr algn="ctr">
              <a:lnSpc>
                <a:spcPts val="1754"/>
              </a:lnSpc>
            </a:pPr>
            <a:r>
              <a:rPr lang="en-US" sz="1169" dirty="0">
                <a:solidFill>
                  <a:srgbClr val="4B5563"/>
                </a:solidFill>
                <a:latin typeface="ui-sans-serif" pitchFamily="34" charset="0"/>
                <a:ea typeface="ui-sans-serif" pitchFamily="34" charset="-122"/>
                <a:cs typeface="ui-sans-serif" pitchFamily="34" charset="-120"/>
              </a:rPr>
              <a:t>Launch Multiple Instances</a:t>
            </a:r>
            <a:endParaRPr lang="en-US" sz="1169" dirty="0"/>
          </a:p>
        </p:txBody>
      </p:sp>
      <p:sp>
        <p:nvSpPr>
          <p:cNvPr id="38" name="Text 13"/>
          <p:cNvSpPr/>
          <p:nvPr/>
        </p:nvSpPr>
        <p:spPr>
          <a:xfrm>
            <a:off x="8659623" y="3698689"/>
            <a:ext cx="2912623" cy="185613"/>
          </a:xfrm>
          <a:prstGeom prst="rect">
            <a:avLst/>
          </a:prstGeom>
          <a:noFill/>
          <a:ln/>
        </p:spPr>
        <p:txBody>
          <a:bodyPr vert="horz" wrap="square" lIns="0" tIns="0" rIns="0" bIns="0" rtlCol="0" anchor="t"/>
          <a:lstStyle/>
          <a:p>
            <a:pPr algn="ctr">
              <a:lnSpc>
                <a:spcPts val="1461"/>
              </a:lnSpc>
            </a:pPr>
            <a:r>
              <a:rPr lang="en-US" sz="1023" dirty="0">
                <a:solidFill>
                  <a:srgbClr val="6B7280"/>
                </a:solidFill>
                <a:latin typeface="ui-sans-serif" pitchFamily="34" charset="0"/>
                <a:ea typeface="ui-sans-serif" pitchFamily="34" charset="-122"/>
                <a:cs typeface="ui-sans-serif" pitchFamily="34" charset="-120"/>
              </a:rPr>
              <a:t>Create identical servers from the AMI</a:t>
            </a:r>
            <a:endParaRPr lang="en-US" sz="1023" dirty="0"/>
          </a:p>
        </p:txBody>
      </p:sp>
      <p:sp>
        <p:nvSpPr>
          <p:cNvPr id="39" name="Text 14"/>
          <p:cNvSpPr/>
          <p:nvPr/>
        </p:nvSpPr>
        <p:spPr>
          <a:xfrm>
            <a:off x="5910484" y="4233932"/>
            <a:ext cx="381610" cy="222736"/>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AMI</a:t>
            </a:r>
            <a:endParaRPr lang="en-US" sz="1169" dirty="0"/>
          </a:p>
        </p:txBody>
      </p:sp>
      <p:sp>
        <p:nvSpPr>
          <p:cNvPr id="40" name="Text 15"/>
          <p:cNvSpPr/>
          <p:nvPr/>
        </p:nvSpPr>
        <p:spPr>
          <a:xfrm>
            <a:off x="3303920" y="5387772"/>
            <a:ext cx="1076558" cy="445472"/>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EC2 Instance 1</a:t>
            </a:r>
            <a:endParaRPr lang="en-US" sz="1169" dirty="0"/>
          </a:p>
        </p:txBody>
      </p:sp>
      <p:sp>
        <p:nvSpPr>
          <p:cNvPr id="41" name="Text 16"/>
          <p:cNvSpPr/>
          <p:nvPr/>
        </p:nvSpPr>
        <p:spPr>
          <a:xfrm>
            <a:off x="5531281" y="5387772"/>
            <a:ext cx="1076558" cy="445472"/>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EC2 Instance 2</a:t>
            </a:r>
            <a:endParaRPr lang="en-US" sz="1169" dirty="0"/>
          </a:p>
        </p:txBody>
      </p:sp>
      <p:sp>
        <p:nvSpPr>
          <p:cNvPr id="42" name="Text 17"/>
          <p:cNvSpPr/>
          <p:nvPr/>
        </p:nvSpPr>
        <p:spPr>
          <a:xfrm>
            <a:off x="7758643" y="5387772"/>
            <a:ext cx="1076558" cy="445472"/>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EC2 Instance 3</a:t>
            </a:r>
            <a:endParaRPr lang="en-US" sz="1169" dirty="0"/>
          </a:p>
        </p:txBody>
      </p:sp>
      <p:sp>
        <p:nvSpPr>
          <p:cNvPr id="43" name="Text 18"/>
          <p:cNvSpPr/>
          <p:nvPr/>
        </p:nvSpPr>
        <p:spPr>
          <a:xfrm>
            <a:off x="575402" y="6427208"/>
            <a:ext cx="3607108" cy="185613"/>
          </a:xfrm>
          <a:prstGeom prst="rect">
            <a:avLst/>
          </a:prstGeom>
          <a:noFill/>
          <a:ln/>
        </p:spPr>
        <p:txBody>
          <a:bodyPr vert="horz" wrap="square" lIns="0" tIns="0" rIns="0" bIns="0" rtlCol="0" anchor="t"/>
          <a:lstStyle/>
          <a:p>
            <a:pPr>
              <a:lnSpc>
                <a:spcPts val="1461"/>
              </a:lnSpc>
            </a:pPr>
            <a:r>
              <a:rPr lang="en-US" sz="1023" dirty="0">
                <a:solidFill>
                  <a:srgbClr val="6B7280"/>
                </a:solidFill>
                <a:latin typeface="ui-sans-serif" pitchFamily="34" charset="0"/>
                <a:ea typeface="ui-sans-serif" pitchFamily="34" charset="-122"/>
                <a:cs typeface="ui-sans-serif" pitchFamily="34" charset="-120"/>
              </a:rPr>
              <a:t>One AMI can create multiple EC2 instances</a:t>
            </a:r>
            <a:endParaRPr lang="en-US" sz="102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668209"/>
          </a:xfrm>
          <a:prstGeom prst="rect">
            <a:avLst/>
          </a:prstGeom>
        </p:spPr>
      </p:pic>
      <p:pic>
        <p:nvPicPr>
          <p:cNvPr id="4" name="Image 2" descr="preencoded.png"/>
          <p:cNvPicPr>
            <a:picLocks noChangeAspect="1"/>
          </p:cNvPicPr>
          <p:nvPr/>
        </p:nvPicPr>
        <p:blipFill>
          <a:blip r:embed="rId5"/>
          <a:stretch>
            <a:fillRect/>
          </a:stretch>
        </p:blipFill>
        <p:spPr>
          <a:xfrm>
            <a:off x="9603757" y="329805"/>
            <a:ext cx="185613" cy="148491"/>
          </a:xfrm>
          <a:prstGeom prst="rect">
            <a:avLst/>
          </a:prstGeom>
        </p:spPr>
      </p:pic>
      <p:pic>
        <p:nvPicPr>
          <p:cNvPr id="5" name="Image 3" descr="preencoded.png"/>
          <p:cNvPicPr>
            <a:picLocks noChangeAspect="1"/>
          </p:cNvPicPr>
          <p:nvPr/>
        </p:nvPicPr>
        <p:blipFill>
          <a:blip r:embed="rId6"/>
          <a:stretch>
            <a:fillRect/>
          </a:stretch>
        </p:blipFill>
        <p:spPr>
          <a:xfrm>
            <a:off x="371227" y="1118662"/>
            <a:ext cx="3514185" cy="4566092"/>
          </a:xfrm>
          <a:prstGeom prst="rect">
            <a:avLst/>
          </a:prstGeom>
        </p:spPr>
      </p:pic>
      <p:pic>
        <p:nvPicPr>
          <p:cNvPr id="6" name="Image 4" descr="preencoded.png"/>
          <p:cNvPicPr>
            <a:picLocks noChangeAspect="1"/>
          </p:cNvPicPr>
          <p:nvPr/>
        </p:nvPicPr>
        <p:blipFill>
          <a:blip r:embed="rId7"/>
          <a:stretch>
            <a:fillRect/>
          </a:stretch>
        </p:blipFill>
        <p:spPr>
          <a:xfrm>
            <a:off x="593963" y="1359960"/>
            <a:ext cx="481580" cy="556840"/>
          </a:xfrm>
          <a:prstGeom prst="rect">
            <a:avLst/>
          </a:prstGeom>
        </p:spPr>
      </p:pic>
      <p:pic>
        <p:nvPicPr>
          <p:cNvPr id="7" name="Image 5" descr="preencoded.png"/>
          <p:cNvPicPr>
            <a:picLocks noChangeAspect="1"/>
          </p:cNvPicPr>
          <p:nvPr/>
        </p:nvPicPr>
        <p:blipFill>
          <a:blip r:embed="rId8"/>
          <a:stretch>
            <a:fillRect/>
          </a:stretch>
        </p:blipFill>
        <p:spPr>
          <a:xfrm>
            <a:off x="723313" y="1489889"/>
            <a:ext cx="222736" cy="296982"/>
          </a:xfrm>
          <a:prstGeom prst="rect">
            <a:avLst/>
          </a:prstGeom>
        </p:spPr>
      </p:pic>
      <p:pic>
        <p:nvPicPr>
          <p:cNvPr id="8" name="Image 6" descr="preencoded.png"/>
          <p:cNvPicPr>
            <a:picLocks noChangeAspect="1"/>
          </p:cNvPicPr>
          <p:nvPr/>
        </p:nvPicPr>
        <p:blipFill>
          <a:blip r:embed="rId9"/>
          <a:stretch>
            <a:fillRect/>
          </a:stretch>
        </p:blipFill>
        <p:spPr>
          <a:xfrm>
            <a:off x="593963" y="4868054"/>
            <a:ext cx="3068713" cy="593963"/>
          </a:xfrm>
          <a:prstGeom prst="rect">
            <a:avLst/>
          </a:prstGeom>
        </p:spPr>
      </p:pic>
      <p:pic>
        <p:nvPicPr>
          <p:cNvPr id="9" name="Image 7" descr="preencoded.png"/>
          <p:cNvPicPr>
            <a:picLocks noChangeAspect="1"/>
          </p:cNvPicPr>
          <p:nvPr/>
        </p:nvPicPr>
        <p:blipFill>
          <a:blip r:embed="rId10"/>
          <a:stretch>
            <a:fillRect/>
          </a:stretch>
        </p:blipFill>
        <p:spPr>
          <a:xfrm>
            <a:off x="705331" y="5048767"/>
            <a:ext cx="111368" cy="148491"/>
          </a:xfrm>
          <a:prstGeom prst="rect">
            <a:avLst/>
          </a:prstGeom>
        </p:spPr>
      </p:pic>
      <p:pic>
        <p:nvPicPr>
          <p:cNvPr id="10" name="Image 8" descr="preencoded.png"/>
          <p:cNvPicPr>
            <a:picLocks noChangeAspect="1"/>
          </p:cNvPicPr>
          <p:nvPr/>
        </p:nvPicPr>
        <p:blipFill>
          <a:blip r:embed="rId11"/>
          <a:stretch>
            <a:fillRect/>
          </a:stretch>
        </p:blipFill>
        <p:spPr>
          <a:xfrm>
            <a:off x="4182393" y="1118662"/>
            <a:ext cx="3514331" cy="4566092"/>
          </a:xfrm>
          <a:prstGeom prst="rect">
            <a:avLst/>
          </a:prstGeom>
        </p:spPr>
      </p:pic>
      <p:pic>
        <p:nvPicPr>
          <p:cNvPr id="11" name="Image 9" descr="preencoded.png"/>
          <p:cNvPicPr>
            <a:picLocks noChangeAspect="1"/>
          </p:cNvPicPr>
          <p:nvPr/>
        </p:nvPicPr>
        <p:blipFill>
          <a:blip r:embed="rId12"/>
          <a:stretch>
            <a:fillRect/>
          </a:stretch>
        </p:blipFill>
        <p:spPr>
          <a:xfrm>
            <a:off x="4405130" y="1359960"/>
            <a:ext cx="532769" cy="556840"/>
          </a:xfrm>
          <a:prstGeom prst="rect">
            <a:avLst/>
          </a:prstGeom>
        </p:spPr>
      </p:pic>
      <p:pic>
        <p:nvPicPr>
          <p:cNvPr id="12" name="Image 10" descr="preencoded.png"/>
          <p:cNvPicPr>
            <a:picLocks noChangeAspect="1"/>
          </p:cNvPicPr>
          <p:nvPr/>
        </p:nvPicPr>
        <p:blipFill>
          <a:blip r:embed="rId13"/>
          <a:stretch>
            <a:fillRect/>
          </a:stretch>
        </p:blipFill>
        <p:spPr>
          <a:xfrm>
            <a:off x="4532304" y="1489889"/>
            <a:ext cx="278420" cy="296982"/>
          </a:xfrm>
          <a:prstGeom prst="rect">
            <a:avLst/>
          </a:prstGeom>
        </p:spPr>
      </p:pic>
      <p:pic>
        <p:nvPicPr>
          <p:cNvPr id="13" name="Image 11" descr="preencoded.png"/>
          <p:cNvPicPr>
            <a:picLocks noChangeAspect="1"/>
          </p:cNvPicPr>
          <p:nvPr/>
        </p:nvPicPr>
        <p:blipFill>
          <a:blip r:embed="rId14"/>
          <a:stretch>
            <a:fillRect/>
          </a:stretch>
        </p:blipFill>
        <p:spPr>
          <a:xfrm>
            <a:off x="4405130" y="4868054"/>
            <a:ext cx="3068858" cy="593963"/>
          </a:xfrm>
          <a:prstGeom prst="rect">
            <a:avLst/>
          </a:prstGeom>
        </p:spPr>
      </p:pic>
      <p:pic>
        <p:nvPicPr>
          <p:cNvPr id="14" name="Image 12" descr="preencoded.png"/>
          <p:cNvPicPr>
            <a:picLocks noChangeAspect="1"/>
          </p:cNvPicPr>
          <p:nvPr/>
        </p:nvPicPr>
        <p:blipFill>
          <a:blip r:embed="rId15"/>
          <a:stretch>
            <a:fillRect/>
          </a:stretch>
        </p:blipFill>
        <p:spPr>
          <a:xfrm>
            <a:off x="4516498" y="5040362"/>
            <a:ext cx="148491" cy="148491"/>
          </a:xfrm>
          <a:prstGeom prst="rect">
            <a:avLst/>
          </a:prstGeom>
        </p:spPr>
      </p:pic>
      <p:pic>
        <p:nvPicPr>
          <p:cNvPr id="15" name="Image 13" descr="preencoded.png"/>
          <p:cNvPicPr>
            <a:picLocks noChangeAspect="1"/>
          </p:cNvPicPr>
          <p:nvPr/>
        </p:nvPicPr>
        <p:blipFill>
          <a:blip r:embed="rId16"/>
          <a:stretch>
            <a:fillRect/>
          </a:stretch>
        </p:blipFill>
        <p:spPr>
          <a:xfrm>
            <a:off x="7993705" y="1118662"/>
            <a:ext cx="3514185" cy="4566092"/>
          </a:xfrm>
          <a:prstGeom prst="rect">
            <a:avLst/>
          </a:prstGeom>
        </p:spPr>
      </p:pic>
      <p:pic>
        <p:nvPicPr>
          <p:cNvPr id="16" name="Image 14" descr="preencoded.png"/>
          <p:cNvPicPr>
            <a:picLocks noChangeAspect="1"/>
          </p:cNvPicPr>
          <p:nvPr/>
        </p:nvPicPr>
        <p:blipFill>
          <a:blip r:embed="rId17"/>
          <a:stretch>
            <a:fillRect/>
          </a:stretch>
        </p:blipFill>
        <p:spPr>
          <a:xfrm>
            <a:off x="8216441" y="1359960"/>
            <a:ext cx="490281" cy="556840"/>
          </a:xfrm>
          <a:prstGeom prst="rect">
            <a:avLst/>
          </a:prstGeom>
        </p:spPr>
      </p:pic>
      <p:pic>
        <p:nvPicPr>
          <p:cNvPr id="17" name="Image 15" descr="preencoded.png"/>
          <p:cNvPicPr>
            <a:picLocks noChangeAspect="1"/>
          </p:cNvPicPr>
          <p:nvPr/>
        </p:nvPicPr>
        <p:blipFill>
          <a:blip r:embed="rId18"/>
          <a:stretch>
            <a:fillRect/>
          </a:stretch>
        </p:blipFill>
        <p:spPr>
          <a:xfrm>
            <a:off x="8364062" y="1489889"/>
            <a:ext cx="194894" cy="296982"/>
          </a:xfrm>
          <a:prstGeom prst="rect">
            <a:avLst/>
          </a:prstGeom>
        </p:spPr>
      </p:pic>
      <p:pic>
        <p:nvPicPr>
          <p:cNvPr id="18" name="Image 16" descr="preencoded.png"/>
          <p:cNvPicPr>
            <a:picLocks noChangeAspect="1"/>
          </p:cNvPicPr>
          <p:nvPr/>
        </p:nvPicPr>
        <p:blipFill>
          <a:blip r:embed="rId19"/>
          <a:stretch>
            <a:fillRect/>
          </a:stretch>
        </p:blipFill>
        <p:spPr>
          <a:xfrm>
            <a:off x="8216441" y="4868054"/>
            <a:ext cx="3068713" cy="593963"/>
          </a:xfrm>
          <a:prstGeom prst="rect">
            <a:avLst/>
          </a:prstGeom>
        </p:spPr>
      </p:pic>
      <p:pic>
        <p:nvPicPr>
          <p:cNvPr id="19" name="Image 17" descr="preencoded.png"/>
          <p:cNvPicPr>
            <a:picLocks noChangeAspect="1"/>
          </p:cNvPicPr>
          <p:nvPr/>
        </p:nvPicPr>
        <p:blipFill>
          <a:blip r:embed="rId20"/>
          <a:stretch>
            <a:fillRect/>
          </a:stretch>
        </p:blipFill>
        <p:spPr>
          <a:xfrm>
            <a:off x="8327809" y="5031957"/>
            <a:ext cx="148491" cy="148491"/>
          </a:xfrm>
          <a:prstGeom prst="rect">
            <a:avLst/>
          </a:prstGeom>
        </p:spPr>
      </p:pic>
      <p:sp>
        <p:nvSpPr>
          <p:cNvPr id="20" name="Text 0"/>
          <p:cNvSpPr/>
          <p:nvPr/>
        </p:nvSpPr>
        <p:spPr>
          <a:xfrm>
            <a:off x="371227" y="227717"/>
            <a:ext cx="7206037"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Core Concepts and Components</a:t>
            </a:r>
            <a:endParaRPr lang="en-US" sz="2631" dirty="0"/>
          </a:p>
        </p:txBody>
      </p:sp>
      <p:sp>
        <p:nvSpPr>
          <p:cNvPr id="21" name="Text 1"/>
          <p:cNvSpPr/>
          <p:nvPr/>
        </p:nvSpPr>
        <p:spPr>
          <a:xfrm>
            <a:off x="9863616" y="301963"/>
            <a:ext cx="2285134"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Amazon Web Services</a:t>
            </a:r>
            <a:endParaRPr lang="en-US" sz="1169" dirty="0"/>
          </a:p>
        </p:txBody>
      </p:sp>
      <p:sp>
        <p:nvSpPr>
          <p:cNvPr id="22" name="Text 2"/>
          <p:cNvSpPr/>
          <p:nvPr/>
        </p:nvSpPr>
        <p:spPr>
          <a:xfrm>
            <a:off x="1224034" y="1341398"/>
            <a:ext cx="2438642" cy="593963"/>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Root Volume Template</a:t>
            </a:r>
            <a:endParaRPr lang="en-US" sz="1754" dirty="0"/>
          </a:p>
        </p:txBody>
      </p:sp>
      <p:sp>
        <p:nvSpPr>
          <p:cNvPr id="23" name="Text 3"/>
          <p:cNvSpPr/>
          <p:nvPr/>
        </p:nvSpPr>
        <p:spPr>
          <a:xfrm>
            <a:off x="593963" y="2083852"/>
            <a:ext cx="3068713"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The template for the root volume of an EC2 instance, containing:</a:t>
            </a:r>
            <a:endParaRPr lang="en-US" sz="1169" dirty="0"/>
          </a:p>
        </p:txBody>
      </p:sp>
      <p:sp>
        <p:nvSpPr>
          <p:cNvPr id="24" name="Text 4"/>
          <p:cNvSpPr/>
          <p:nvPr/>
        </p:nvSpPr>
        <p:spPr>
          <a:xfrm>
            <a:off x="631086" y="2640693"/>
            <a:ext cx="3031590" cy="445472"/>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EBS snapshots that make up the root volume</a:t>
            </a:r>
            <a:endParaRPr lang="en-US" sz="1169" dirty="0"/>
          </a:p>
        </p:txBody>
      </p:sp>
      <p:sp>
        <p:nvSpPr>
          <p:cNvPr id="25" name="Text 5"/>
          <p:cNvSpPr/>
          <p:nvPr/>
        </p:nvSpPr>
        <p:spPr>
          <a:xfrm>
            <a:off x="631086" y="3160410"/>
            <a:ext cx="3637908"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Instance type information</a:t>
            </a:r>
            <a:endParaRPr lang="en-US" sz="1169" dirty="0"/>
          </a:p>
        </p:txBody>
      </p:sp>
      <p:sp>
        <p:nvSpPr>
          <p:cNvPr id="26" name="Text 6"/>
          <p:cNvSpPr/>
          <p:nvPr/>
        </p:nvSpPr>
        <p:spPr>
          <a:xfrm>
            <a:off x="593963" y="3531637"/>
            <a:ext cx="3068713"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Determines the size and type of the root volume when an instance is launched.</a:t>
            </a:r>
            <a:endParaRPr lang="en-US" sz="1169" dirty="0"/>
          </a:p>
        </p:txBody>
      </p:sp>
      <p:sp>
        <p:nvSpPr>
          <p:cNvPr id="27" name="Text 7"/>
          <p:cNvSpPr/>
          <p:nvPr/>
        </p:nvSpPr>
        <p:spPr>
          <a:xfrm>
            <a:off x="890945" y="4979422"/>
            <a:ext cx="2660363"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Root volumes are essential for instance bootstrapping and performance.</a:t>
            </a:r>
            <a:endParaRPr lang="en-US" sz="1023" dirty="0"/>
          </a:p>
        </p:txBody>
      </p:sp>
      <p:sp>
        <p:nvSpPr>
          <p:cNvPr id="28" name="Text 8"/>
          <p:cNvSpPr/>
          <p:nvPr/>
        </p:nvSpPr>
        <p:spPr>
          <a:xfrm>
            <a:off x="5086389" y="1341398"/>
            <a:ext cx="2387598" cy="593963"/>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Launch Permissions</a:t>
            </a:r>
            <a:endParaRPr lang="en-US" sz="1754" dirty="0"/>
          </a:p>
        </p:txBody>
      </p:sp>
      <p:sp>
        <p:nvSpPr>
          <p:cNvPr id="29" name="Text 9"/>
          <p:cNvSpPr/>
          <p:nvPr/>
        </p:nvSpPr>
        <p:spPr>
          <a:xfrm>
            <a:off x="4405130" y="2083852"/>
            <a:ext cx="3068858"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Control who can use the AMI to launch instances:</a:t>
            </a:r>
            <a:endParaRPr lang="en-US" sz="1169" dirty="0"/>
          </a:p>
        </p:txBody>
      </p:sp>
      <p:sp>
        <p:nvSpPr>
          <p:cNvPr id="30" name="Text 10"/>
          <p:cNvSpPr/>
          <p:nvPr/>
        </p:nvSpPr>
        <p:spPr>
          <a:xfrm>
            <a:off x="4442252" y="2640693"/>
            <a:ext cx="3031736" cy="445472"/>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Managed through IAM policies or EC2 console</a:t>
            </a:r>
            <a:endParaRPr lang="en-US" sz="1169" dirty="0"/>
          </a:p>
        </p:txBody>
      </p:sp>
      <p:sp>
        <p:nvSpPr>
          <p:cNvPr id="31" name="Text 11"/>
          <p:cNvSpPr/>
          <p:nvPr/>
        </p:nvSpPr>
        <p:spPr>
          <a:xfrm>
            <a:off x="4442252" y="3160410"/>
            <a:ext cx="3031736" cy="445472"/>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Can be granted to specific AWS accounts</a:t>
            </a:r>
            <a:endParaRPr lang="en-US" sz="1169" dirty="0"/>
          </a:p>
        </p:txBody>
      </p:sp>
      <p:sp>
        <p:nvSpPr>
          <p:cNvPr id="32" name="Text 12"/>
          <p:cNvSpPr/>
          <p:nvPr/>
        </p:nvSpPr>
        <p:spPr>
          <a:xfrm>
            <a:off x="4442252" y="3680128"/>
            <a:ext cx="3031736" cy="445472"/>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Supports group and role-based access</a:t>
            </a:r>
            <a:endParaRPr lang="en-US" sz="1169" dirty="0"/>
          </a:p>
        </p:txBody>
      </p:sp>
      <p:sp>
        <p:nvSpPr>
          <p:cNvPr id="33" name="Text 13"/>
          <p:cNvSpPr/>
          <p:nvPr/>
        </p:nvSpPr>
        <p:spPr>
          <a:xfrm>
            <a:off x="4405130" y="4274091"/>
            <a:ext cx="3068858"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Proper permission management is crucial for security.</a:t>
            </a:r>
            <a:endParaRPr lang="en-US" sz="1169" dirty="0"/>
          </a:p>
        </p:txBody>
      </p:sp>
      <p:sp>
        <p:nvSpPr>
          <p:cNvPr id="34" name="Text 14"/>
          <p:cNvSpPr/>
          <p:nvPr/>
        </p:nvSpPr>
        <p:spPr>
          <a:xfrm>
            <a:off x="4739234" y="4979422"/>
            <a:ext cx="2623386"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Restrict launch permissions to authorized entities only.</a:t>
            </a:r>
            <a:endParaRPr lang="en-US" sz="1023" dirty="0"/>
          </a:p>
        </p:txBody>
      </p:sp>
      <p:sp>
        <p:nvSpPr>
          <p:cNvPr id="35" name="Text 15"/>
          <p:cNvSpPr/>
          <p:nvPr/>
        </p:nvSpPr>
        <p:spPr>
          <a:xfrm>
            <a:off x="8855213" y="1341398"/>
            <a:ext cx="2429942" cy="593963"/>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Block Device Mapping</a:t>
            </a:r>
            <a:endParaRPr lang="en-US" sz="1754" dirty="0"/>
          </a:p>
        </p:txBody>
      </p:sp>
      <p:sp>
        <p:nvSpPr>
          <p:cNvPr id="36" name="Text 16"/>
          <p:cNvSpPr/>
          <p:nvPr/>
        </p:nvSpPr>
        <p:spPr>
          <a:xfrm>
            <a:off x="8216441" y="2083852"/>
            <a:ext cx="3068713"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Specifies volumes to attach to an instance:</a:t>
            </a:r>
            <a:endParaRPr lang="en-US" sz="1169" dirty="0"/>
          </a:p>
        </p:txBody>
      </p:sp>
      <p:sp>
        <p:nvSpPr>
          <p:cNvPr id="37" name="Text 17"/>
          <p:cNvSpPr/>
          <p:nvPr/>
        </p:nvSpPr>
        <p:spPr>
          <a:xfrm>
            <a:off x="8253564" y="2640693"/>
            <a:ext cx="3031590" cy="445472"/>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Maps device names to EBS volumes/snapshots</a:t>
            </a:r>
            <a:endParaRPr lang="en-US" sz="1169" dirty="0"/>
          </a:p>
        </p:txBody>
      </p:sp>
      <p:sp>
        <p:nvSpPr>
          <p:cNvPr id="38" name="Text 18"/>
          <p:cNvSpPr/>
          <p:nvPr/>
        </p:nvSpPr>
        <p:spPr>
          <a:xfrm>
            <a:off x="8253564" y="3160410"/>
            <a:ext cx="3031590" cy="445472"/>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Determines size, type, and deletion behavior</a:t>
            </a:r>
            <a:endParaRPr lang="en-US" sz="1169" dirty="0"/>
          </a:p>
        </p:txBody>
      </p:sp>
      <p:sp>
        <p:nvSpPr>
          <p:cNvPr id="39" name="Text 19"/>
          <p:cNvSpPr/>
          <p:nvPr/>
        </p:nvSpPr>
        <p:spPr>
          <a:xfrm>
            <a:off x="8253564" y="3680128"/>
            <a:ext cx="3637908"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Supports multiple volumes</a:t>
            </a:r>
            <a:endParaRPr lang="en-US" sz="1169" dirty="0"/>
          </a:p>
        </p:txBody>
      </p:sp>
      <p:sp>
        <p:nvSpPr>
          <p:cNvPr id="40" name="Text 20"/>
          <p:cNvSpPr/>
          <p:nvPr/>
        </p:nvSpPr>
        <p:spPr>
          <a:xfrm>
            <a:off x="8216441" y="4051355"/>
            <a:ext cx="3068713"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Defines the storage configuration for running instances.</a:t>
            </a:r>
            <a:endParaRPr lang="en-US" sz="1169" dirty="0"/>
          </a:p>
        </p:txBody>
      </p:sp>
      <p:sp>
        <p:nvSpPr>
          <p:cNvPr id="41" name="Text 21"/>
          <p:cNvSpPr/>
          <p:nvPr/>
        </p:nvSpPr>
        <p:spPr>
          <a:xfrm>
            <a:off x="8550546" y="4979422"/>
            <a:ext cx="2623241"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Block device mapping enables persistent storage.</a:t>
            </a:r>
            <a:endParaRPr lang="en-US" sz="1023" dirty="0"/>
          </a:p>
        </p:txBody>
      </p:sp>
      <p:sp>
        <p:nvSpPr>
          <p:cNvPr id="42" name="Text 22"/>
          <p:cNvSpPr/>
          <p:nvPr/>
        </p:nvSpPr>
        <p:spPr>
          <a:xfrm>
            <a:off x="11401743" y="6380805"/>
            <a:ext cx="350287" cy="194894"/>
          </a:xfrm>
          <a:prstGeom prst="rect">
            <a:avLst/>
          </a:prstGeom>
          <a:noFill/>
          <a:ln/>
        </p:spPr>
        <p:txBody>
          <a:bodyPr vert="horz" wrap="square" lIns="0" tIns="0" rIns="0" bIns="0" rtlCol="0" anchor="t"/>
          <a:lstStyle/>
          <a:p>
            <a:pPr>
              <a:lnSpc>
                <a:spcPts val="1535"/>
              </a:lnSpc>
            </a:pPr>
            <a:endParaRPr lang="en-US" sz="102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6"/>
            <a:ext cx="11879263" cy="681201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668209"/>
          </a:xfrm>
          <a:prstGeom prst="rect">
            <a:avLst/>
          </a:prstGeom>
        </p:spPr>
      </p:pic>
      <p:pic>
        <p:nvPicPr>
          <p:cNvPr id="4" name="Image 2" descr="preencoded.png"/>
          <p:cNvPicPr>
            <a:picLocks noChangeAspect="1"/>
          </p:cNvPicPr>
          <p:nvPr/>
        </p:nvPicPr>
        <p:blipFill>
          <a:blip r:embed="rId5"/>
          <a:stretch>
            <a:fillRect/>
          </a:stretch>
        </p:blipFill>
        <p:spPr>
          <a:xfrm>
            <a:off x="9603757" y="329805"/>
            <a:ext cx="185613" cy="148491"/>
          </a:xfrm>
          <a:prstGeom prst="rect">
            <a:avLst/>
          </a:prstGeom>
        </p:spPr>
      </p:pic>
      <p:pic>
        <p:nvPicPr>
          <p:cNvPr id="5" name="Image 3" descr="preencoded.png"/>
          <p:cNvPicPr>
            <a:picLocks noChangeAspect="1"/>
          </p:cNvPicPr>
          <p:nvPr/>
        </p:nvPicPr>
        <p:blipFill>
          <a:blip r:embed="rId6"/>
          <a:stretch>
            <a:fillRect/>
          </a:stretch>
        </p:blipFill>
        <p:spPr>
          <a:xfrm>
            <a:off x="296981" y="1044417"/>
            <a:ext cx="5531282" cy="3099745"/>
          </a:xfrm>
          <a:prstGeom prst="rect">
            <a:avLst/>
          </a:prstGeom>
        </p:spPr>
      </p:pic>
      <p:pic>
        <p:nvPicPr>
          <p:cNvPr id="6" name="Image 4" descr="preencoded.png"/>
          <p:cNvPicPr>
            <a:picLocks noChangeAspect="1"/>
          </p:cNvPicPr>
          <p:nvPr/>
        </p:nvPicPr>
        <p:blipFill>
          <a:blip r:embed="rId7"/>
          <a:stretch>
            <a:fillRect/>
          </a:stretch>
        </p:blipFill>
        <p:spPr>
          <a:xfrm>
            <a:off x="482595" y="1230030"/>
            <a:ext cx="445472" cy="445472"/>
          </a:xfrm>
          <a:prstGeom prst="rect">
            <a:avLst/>
          </a:prstGeom>
        </p:spPr>
      </p:pic>
      <p:pic>
        <p:nvPicPr>
          <p:cNvPr id="7" name="Image 5" descr="preencoded.png"/>
          <p:cNvPicPr>
            <a:picLocks noChangeAspect="1"/>
          </p:cNvPicPr>
          <p:nvPr/>
        </p:nvPicPr>
        <p:blipFill>
          <a:blip r:embed="rId8"/>
          <a:stretch>
            <a:fillRect/>
          </a:stretch>
        </p:blipFill>
        <p:spPr>
          <a:xfrm>
            <a:off x="566121" y="1304275"/>
            <a:ext cx="278420" cy="296982"/>
          </a:xfrm>
          <a:prstGeom prst="rect">
            <a:avLst/>
          </a:prstGeom>
        </p:spPr>
      </p:pic>
      <p:pic>
        <p:nvPicPr>
          <p:cNvPr id="8" name="Image 6" descr="preencoded.png"/>
          <p:cNvPicPr>
            <a:picLocks noChangeAspect="1"/>
          </p:cNvPicPr>
          <p:nvPr/>
        </p:nvPicPr>
        <p:blipFill>
          <a:blip r:embed="rId9"/>
          <a:stretch>
            <a:fillRect/>
          </a:stretch>
        </p:blipFill>
        <p:spPr>
          <a:xfrm>
            <a:off x="482595" y="1861116"/>
            <a:ext cx="148491" cy="148491"/>
          </a:xfrm>
          <a:prstGeom prst="rect">
            <a:avLst/>
          </a:prstGeom>
        </p:spPr>
      </p:pic>
      <p:pic>
        <p:nvPicPr>
          <p:cNvPr id="9" name="Image 7" descr="preencoded.png"/>
          <p:cNvPicPr>
            <a:picLocks noChangeAspect="1"/>
          </p:cNvPicPr>
          <p:nvPr/>
        </p:nvPicPr>
        <p:blipFill>
          <a:blip r:embed="rId9"/>
          <a:stretch>
            <a:fillRect/>
          </a:stretch>
        </p:blipFill>
        <p:spPr>
          <a:xfrm>
            <a:off x="482595" y="2195220"/>
            <a:ext cx="148491" cy="148491"/>
          </a:xfrm>
          <a:prstGeom prst="rect">
            <a:avLst/>
          </a:prstGeom>
        </p:spPr>
      </p:pic>
      <p:pic>
        <p:nvPicPr>
          <p:cNvPr id="10" name="Image 8" descr="preencoded.png"/>
          <p:cNvPicPr>
            <a:picLocks noChangeAspect="1"/>
          </p:cNvPicPr>
          <p:nvPr/>
        </p:nvPicPr>
        <p:blipFill>
          <a:blip r:embed="rId9"/>
          <a:stretch>
            <a:fillRect/>
          </a:stretch>
        </p:blipFill>
        <p:spPr>
          <a:xfrm>
            <a:off x="482595" y="2529324"/>
            <a:ext cx="148491" cy="148491"/>
          </a:xfrm>
          <a:prstGeom prst="rect">
            <a:avLst/>
          </a:prstGeom>
        </p:spPr>
      </p:pic>
      <p:pic>
        <p:nvPicPr>
          <p:cNvPr id="11" name="Image 9" descr="preencoded.png"/>
          <p:cNvPicPr>
            <a:picLocks noChangeAspect="1"/>
          </p:cNvPicPr>
          <p:nvPr/>
        </p:nvPicPr>
        <p:blipFill>
          <a:blip r:embed="rId10"/>
          <a:stretch>
            <a:fillRect/>
          </a:stretch>
        </p:blipFill>
        <p:spPr>
          <a:xfrm>
            <a:off x="482595" y="2863429"/>
            <a:ext cx="5160055" cy="1039435"/>
          </a:xfrm>
          <a:prstGeom prst="rect">
            <a:avLst/>
          </a:prstGeom>
        </p:spPr>
      </p:pic>
      <p:pic>
        <p:nvPicPr>
          <p:cNvPr id="12" name="Image 10" descr="preencoded.png"/>
          <p:cNvPicPr>
            <a:picLocks noChangeAspect="1"/>
          </p:cNvPicPr>
          <p:nvPr/>
        </p:nvPicPr>
        <p:blipFill>
          <a:blip r:embed="rId11"/>
          <a:stretch>
            <a:fillRect/>
          </a:stretch>
        </p:blipFill>
        <p:spPr>
          <a:xfrm>
            <a:off x="482595" y="3308901"/>
            <a:ext cx="1263187" cy="259859"/>
          </a:xfrm>
          <a:prstGeom prst="rect">
            <a:avLst/>
          </a:prstGeom>
        </p:spPr>
      </p:pic>
      <p:pic>
        <p:nvPicPr>
          <p:cNvPr id="13" name="Image 11" descr="preencoded.png"/>
          <p:cNvPicPr>
            <a:picLocks noChangeAspect="1"/>
          </p:cNvPicPr>
          <p:nvPr/>
        </p:nvPicPr>
        <p:blipFill>
          <a:blip r:embed="rId12"/>
          <a:stretch>
            <a:fillRect/>
          </a:stretch>
        </p:blipFill>
        <p:spPr>
          <a:xfrm>
            <a:off x="1820027" y="3308901"/>
            <a:ext cx="565251" cy="259859"/>
          </a:xfrm>
          <a:prstGeom prst="rect">
            <a:avLst/>
          </a:prstGeom>
        </p:spPr>
      </p:pic>
      <p:pic>
        <p:nvPicPr>
          <p:cNvPr id="14" name="Image 12" descr="preencoded.png"/>
          <p:cNvPicPr>
            <a:picLocks noChangeAspect="1"/>
          </p:cNvPicPr>
          <p:nvPr/>
        </p:nvPicPr>
        <p:blipFill>
          <a:blip r:embed="rId13"/>
          <a:stretch>
            <a:fillRect/>
          </a:stretch>
        </p:blipFill>
        <p:spPr>
          <a:xfrm>
            <a:off x="2459524" y="3308901"/>
            <a:ext cx="2133395" cy="259859"/>
          </a:xfrm>
          <a:prstGeom prst="rect">
            <a:avLst/>
          </a:prstGeom>
        </p:spPr>
      </p:pic>
      <p:pic>
        <p:nvPicPr>
          <p:cNvPr id="15" name="Image 13" descr="preencoded.png"/>
          <p:cNvPicPr>
            <a:picLocks noChangeAspect="1"/>
          </p:cNvPicPr>
          <p:nvPr/>
        </p:nvPicPr>
        <p:blipFill>
          <a:blip r:embed="rId14"/>
          <a:stretch>
            <a:fillRect/>
          </a:stretch>
        </p:blipFill>
        <p:spPr>
          <a:xfrm>
            <a:off x="482595" y="3643005"/>
            <a:ext cx="1165739" cy="259859"/>
          </a:xfrm>
          <a:prstGeom prst="rect">
            <a:avLst/>
          </a:prstGeom>
        </p:spPr>
      </p:pic>
      <p:pic>
        <p:nvPicPr>
          <p:cNvPr id="16" name="Image 14" descr="preencoded.png"/>
          <p:cNvPicPr>
            <a:picLocks noChangeAspect="1"/>
          </p:cNvPicPr>
          <p:nvPr/>
        </p:nvPicPr>
        <p:blipFill>
          <a:blip r:embed="rId15"/>
          <a:stretch>
            <a:fillRect/>
          </a:stretch>
        </p:blipFill>
        <p:spPr>
          <a:xfrm>
            <a:off x="1722579" y="3643005"/>
            <a:ext cx="1270148" cy="259859"/>
          </a:xfrm>
          <a:prstGeom prst="rect">
            <a:avLst/>
          </a:prstGeom>
        </p:spPr>
      </p:pic>
      <p:pic>
        <p:nvPicPr>
          <p:cNvPr id="17" name="Image 15" descr="preencoded.png"/>
          <p:cNvPicPr>
            <a:picLocks noChangeAspect="1"/>
          </p:cNvPicPr>
          <p:nvPr/>
        </p:nvPicPr>
        <p:blipFill>
          <a:blip r:embed="rId16"/>
          <a:stretch>
            <a:fillRect/>
          </a:stretch>
        </p:blipFill>
        <p:spPr>
          <a:xfrm>
            <a:off x="6050999" y="1044417"/>
            <a:ext cx="5531282" cy="3099745"/>
          </a:xfrm>
          <a:prstGeom prst="rect">
            <a:avLst/>
          </a:prstGeom>
        </p:spPr>
      </p:pic>
      <p:pic>
        <p:nvPicPr>
          <p:cNvPr id="18" name="Image 16" descr="preencoded.png"/>
          <p:cNvPicPr>
            <a:picLocks noChangeAspect="1"/>
          </p:cNvPicPr>
          <p:nvPr/>
        </p:nvPicPr>
        <p:blipFill>
          <a:blip r:embed="rId17"/>
          <a:stretch>
            <a:fillRect/>
          </a:stretch>
        </p:blipFill>
        <p:spPr>
          <a:xfrm>
            <a:off x="6236613" y="1230030"/>
            <a:ext cx="445472" cy="445472"/>
          </a:xfrm>
          <a:prstGeom prst="rect">
            <a:avLst/>
          </a:prstGeom>
        </p:spPr>
      </p:pic>
      <p:pic>
        <p:nvPicPr>
          <p:cNvPr id="19" name="Image 17" descr="preencoded.png"/>
          <p:cNvPicPr>
            <a:picLocks noChangeAspect="1"/>
          </p:cNvPicPr>
          <p:nvPr/>
        </p:nvPicPr>
        <p:blipFill>
          <a:blip r:embed="rId18"/>
          <a:stretch>
            <a:fillRect/>
          </a:stretch>
        </p:blipFill>
        <p:spPr>
          <a:xfrm>
            <a:off x="6334061" y="1304275"/>
            <a:ext cx="250578" cy="296982"/>
          </a:xfrm>
          <a:prstGeom prst="rect">
            <a:avLst/>
          </a:prstGeom>
        </p:spPr>
      </p:pic>
      <p:pic>
        <p:nvPicPr>
          <p:cNvPr id="20" name="Image 18" descr="preencoded.png"/>
          <p:cNvPicPr>
            <a:picLocks noChangeAspect="1"/>
          </p:cNvPicPr>
          <p:nvPr/>
        </p:nvPicPr>
        <p:blipFill>
          <a:blip r:embed="rId19"/>
          <a:stretch>
            <a:fillRect/>
          </a:stretch>
        </p:blipFill>
        <p:spPr>
          <a:xfrm>
            <a:off x="6236612" y="1861116"/>
            <a:ext cx="148491" cy="148491"/>
          </a:xfrm>
          <a:prstGeom prst="rect">
            <a:avLst/>
          </a:prstGeom>
        </p:spPr>
      </p:pic>
      <p:pic>
        <p:nvPicPr>
          <p:cNvPr id="21" name="Image 19" descr="preencoded.png"/>
          <p:cNvPicPr>
            <a:picLocks noChangeAspect="1"/>
          </p:cNvPicPr>
          <p:nvPr/>
        </p:nvPicPr>
        <p:blipFill>
          <a:blip r:embed="rId19"/>
          <a:stretch>
            <a:fillRect/>
          </a:stretch>
        </p:blipFill>
        <p:spPr>
          <a:xfrm>
            <a:off x="6236612" y="2195220"/>
            <a:ext cx="148491" cy="148491"/>
          </a:xfrm>
          <a:prstGeom prst="rect">
            <a:avLst/>
          </a:prstGeom>
        </p:spPr>
      </p:pic>
      <p:pic>
        <p:nvPicPr>
          <p:cNvPr id="22" name="Image 20" descr="preencoded.png"/>
          <p:cNvPicPr>
            <a:picLocks noChangeAspect="1"/>
          </p:cNvPicPr>
          <p:nvPr/>
        </p:nvPicPr>
        <p:blipFill>
          <a:blip r:embed="rId19"/>
          <a:stretch>
            <a:fillRect/>
          </a:stretch>
        </p:blipFill>
        <p:spPr>
          <a:xfrm>
            <a:off x="6236612" y="2529324"/>
            <a:ext cx="148491" cy="148491"/>
          </a:xfrm>
          <a:prstGeom prst="rect">
            <a:avLst/>
          </a:prstGeom>
        </p:spPr>
      </p:pic>
      <p:pic>
        <p:nvPicPr>
          <p:cNvPr id="23" name="Image 21" descr="preencoded.png"/>
          <p:cNvPicPr>
            <a:picLocks noChangeAspect="1"/>
          </p:cNvPicPr>
          <p:nvPr/>
        </p:nvPicPr>
        <p:blipFill>
          <a:blip r:embed="rId10"/>
          <a:stretch>
            <a:fillRect/>
          </a:stretch>
        </p:blipFill>
        <p:spPr>
          <a:xfrm>
            <a:off x="6236612" y="2863429"/>
            <a:ext cx="5160055" cy="1039435"/>
          </a:xfrm>
          <a:prstGeom prst="rect">
            <a:avLst/>
          </a:prstGeom>
        </p:spPr>
      </p:pic>
      <p:pic>
        <p:nvPicPr>
          <p:cNvPr id="24" name="Image 22" descr="preencoded.png"/>
          <p:cNvPicPr>
            <a:picLocks noChangeAspect="1"/>
          </p:cNvPicPr>
          <p:nvPr/>
        </p:nvPicPr>
        <p:blipFill>
          <a:blip r:embed="rId20"/>
          <a:stretch>
            <a:fillRect/>
          </a:stretch>
        </p:blipFill>
        <p:spPr>
          <a:xfrm>
            <a:off x="6236613" y="3308901"/>
            <a:ext cx="2352941" cy="259859"/>
          </a:xfrm>
          <a:prstGeom prst="rect">
            <a:avLst/>
          </a:prstGeom>
        </p:spPr>
      </p:pic>
      <p:pic>
        <p:nvPicPr>
          <p:cNvPr id="25" name="Image 23" descr="preencoded.png"/>
          <p:cNvPicPr>
            <a:picLocks noChangeAspect="1"/>
          </p:cNvPicPr>
          <p:nvPr/>
        </p:nvPicPr>
        <p:blipFill>
          <a:blip r:embed="rId21"/>
          <a:stretch>
            <a:fillRect/>
          </a:stretch>
        </p:blipFill>
        <p:spPr>
          <a:xfrm>
            <a:off x="6236613" y="3643005"/>
            <a:ext cx="2922978" cy="259859"/>
          </a:xfrm>
          <a:prstGeom prst="rect">
            <a:avLst/>
          </a:prstGeom>
        </p:spPr>
      </p:pic>
      <p:pic>
        <p:nvPicPr>
          <p:cNvPr id="26" name="Image 24" descr="preencoded.png"/>
          <p:cNvPicPr>
            <a:picLocks noChangeAspect="1"/>
          </p:cNvPicPr>
          <p:nvPr/>
        </p:nvPicPr>
        <p:blipFill>
          <a:blip r:embed="rId22"/>
          <a:stretch>
            <a:fillRect/>
          </a:stretch>
        </p:blipFill>
        <p:spPr>
          <a:xfrm>
            <a:off x="185613" y="4088477"/>
            <a:ext cx="5531282" cy="2765641"/>
          </a:xfrm>
          <a:prstGeom prst="rect">
            <a:avLst/>
          </a:prstGeom>
        </p:spPr>
      </p:pic>
      <p:pic>
        <p:nvPicPr>
          <p:cNvPr id="27" name="Image 25" descr="preencoded.png"/>
          <p:cNvPicPr>
            <a:picLocks noChangeAspect="1"/>
          </p:cNvPicPr>
          <p:nvPr/>
        </p:nvPicPr>
        <p:blipFill>
          <a:blip r:embed="rId23"/>
          <a:stretch>
            <a:fillRect/>
          </a:stretch>
        </p:blipFill>
        <p:spPr>
          <a:xfrm>
            <a:off x="482595" y="4552511"/>
            <a:ext cx="445472" cy="445472"/>
          </a:xfrm>
          <a:prstGeom prst="rect">
            <a:avLst/>
          </a:prstGeom>
        </p:spPr>
      </p:pic>
      <p:pic>
        <p:nvPicPr>
          <p:cNvPr id="28" name="Image 26" descr="preencoded.png"/>
          <p:cNvPicPr>
            <a:picLocks noChangeAspect="1"/>
          </p:cNvPicPr>
          <p:nvPr/>
        </p:nvPicPr>
        <p:blipFill>
          <a:blip r:embed="rId24"/>
          <a:stretch>
            <a:fillRect/>
          </a:stretch>
        </p:blipFill>
        <p:spPr>
          <a:xfrm>
            <a:off x="566121" y="4626756"/>
            <a:ext cx="278420" cy="296982"/>
          </a:xfrm>
          <a:prstGeom prst="rect">
            <a:avLst/>
          </a:prstGeom>
        </p:spPr>
      </p:pic>
      <p:pic>
        <p:nvPicPr>
          <p:cNvPr id="29" name="Image 27" descr="preencoded.png"/>
          <p:cNvPicPr>
            <a:picLocks noChangeAspect="1"/>
          </p:cNvPicPr>
          <p:nvPr/>
        </p:nvPicPr>
        <p:blipFill>
          <a:blip r:embed="rId25"/>
          <a:stretch>
            <a:fillRect/>
          </a:stretch>
        </p:blipFill>
        <p:spPr>
          <a:xfrm>
            <a:off x="482595" y="5183597"/>
            <a:ext cx="148491" cy="148491"/>
          </a:xfrm>
          <a:prstGeom prst="rect">
            <a:avLst/>
          </a:prstGeom>
        </p:spPr>
      </p:pic>
      <p:pic>
        <p:nvPicPr>
          <p:cNvPr id="30" name="Image 28" descr="preencoded.png"/>
          <p:cNvPicPr>
            <a:picLocks noChangeAspect="1"/>
          </p:cNvPicPr>
          <p:nvPr/>
        </p:nvPicPr>
        <p:blipFill>
          <a:blip r:embed="rId25"/>
          <a:stretch>
            <a:fillRect/>
          </a:stretch>
        </p:blipFill>
        <p:spPr>
          <a:xfrm>
            <a:off x="482595" y="5517701"/>
            <a:ext cx="148491" cy="148491"/>
          </a:xfrm>
          <a:prstGeom prst="rect">
            <a:avLst/>
          </a:prstGeom>
        </p:spPr>
      </p:pic>
      <p:pic>
        <p:nvPicPr>
          <p:cNvPr id="31" name="Image 29" descr="preencoded.png"/>
          <p:cNvPicPr>
            <a:picLocks noChangeAspect="1"/>
          </p:cNvPicPr>
          <p:nvPr/>
        </p:nvPicPr>
        <p:blipFill>
          <a:blip r:embed="rId25"/>
          <a:stretch>
            <a:fillRect/>
          </a:stretch>
        </p:blipFill>
        <p:spPr>
          <a:xfrm>
            <a:off x="482595" y="5851805"/>
            <a:ext cx="148491" cy="148491"/>
          </a:xfrm>
          <a:prstGeom prst="rect">
            <a:avLst/>
          </a:prstGeom>
        </p:spPr>
      </p:pic>
      <p:pic>
        <p:nvPicPr>
          <p:cNvPr id="32" name="Image 30" descr="preencoded.png"/>
          <p:cNvPicPr>
            <a:picLocks noChangeAspect="1"/>
          </p:cNvPicPr>
          <p:nvPr/>
        </p:nvPicPr>
        <p:blipFill>
          <a:blip r:embed="rId26"/>
          <a:stretch>
            <a:fillRect/>
          </a:stretch>
        </p:blipFill>
        <p:spPr>
          <a:xfrm>
            <a:off x="371227" y="6107112"/>
            <a:ext cx="5160055" cy="282973"/>
          </a:xfrm>
          <a:prstGeom prst="rect">
            <a:avLst/>
          </a:prstGeom>
        </p:spPr>
      </p:pic>
      <p:pic>
        <p:nvPicPr>
          <p:cNvPr id="33" name="Image 31" descr="preencoded.png"/>
          <p:cNvPicPr>
            <a:picLocks noChangeAspect="1"/>
          </p:cNvPicPr>
          <p:nvPr/>
        </p:nvPicPr>
        <p:blipFill>
          <a:blip r:embed="rId27"/>
          <a:stretch>
            <a:fillRect/>
          </a:stretch>
        </p:blipFill>
        <p:spPr>
          <a:xfrm>
            <a:off x="468638" y="6396652"/>
            <a:ext cx="1836703" cy="259859"/>
          </a:xfrm>
          <a:prstGeom prst="rect">
            <a:avLst/>
          </a:prstGeom>
        </p:spPr>
      </p:pic>
      <p:pic>
        <p:nvPicPr>
          <p:cNvPr id="34" name="Image 32" descr="preencoded.png"/>
          <p:cNvPicPr>
            <a:picLocks noChangeAspect="1"/>
          </p:cNvPicPr>
          <p:nvPr/>
        </p:nvPicPr>
        <p:blipFill>
          <a:blip r:embed="rId28"/>
          <a:stretch>
            <a:fillRect/>
          </a:stretch>
        </p:blipFill>
        <p:spPr>
          <a:xfrm>
            <a:off x="6045604" y="4076220"/>
            <a:ext cx="5531282" cy="2765641"/>
          </a:xfrm>
          <a:prstGeom prst="rect">
            <a:avLst/>
          </a:prstGeom>
        </p:spPr>
      </p:pic>
      <p:pic>
        <p:nvPicPr>
          <p:cNvPr id="35" name="Image 33" descr="preencoded.png"/>
          <p:cNvPicPr>
            <a:picLocks noChangeAspect="1"/>
          </p:cNvPicPr>
          <p:nvPr/>
        </p:nvPicPr>
        <p:blipFill>
          <a:blip r:embed="rId29"/>
          <a:stretch>
            <a:fillRect/>
          </a:stretch>
        </p:blipFill>
        <p:spPr>
          <a:xfrm>
            <a:off x="6236613" y="4552511"/>
            <a:ext cx="445472" cy="445472"/>
          </a:xfrm>
          <a:prstGeom prst="rect">
            <a:avLst/>
          </a:prstGeom>
        </p:spPr>
      </p:pic>
      <p:pic>
        <p:nvPicPr>
          <p:cNvPr id="36" name="Image 34" descr="preencoded.png"/>
          <p:cNvPicPr>
            <a:picLocks noChangeAspect="1"/>
          </p:cNvPicPr>
          <p:nvPr/>
        </p:nvPicPr>
        <p:blipFill>
          <a:blip r:embed="rId30"/>
          <a:stretch>
            <a:fillRect/>
          </a:stretch>
        </p:blipFill>
        <p:spPr>
          <a:xfrm>
            <a:off x="6347981" y="4626756"/>
            <a:ext cx="222736" cy="296982"/>
          </a:xfrm>
          <a:prstGeom prst="rect">
            <a:avLst/>
          </a:prstGeom>
        </p:spPr>
      </p:pic>
      <p:pic>
        <p:nvPicPr>
          <p:cNvPr id="37" name="Image 35" descr="preencoded.png"/>
          <p:cNvPicPr>
            <a:picLocks noChangeAspect="1"/>
          </p:cNvPicPr>
          <p:nvPr/>
        </p:nvPicPr>
        <p:blipFill>
          <a:blip r:embed="rId31"/>
          <a:stretch>
            <a:fillRect/>
          </a:stretch>
        </p:blipFill>
        <p:spPr>
          <a:xfrm>
            <a:off x="6236612" y="5183597"/>
            <a:ext cx="148491" cy="148491"/>
          </a:xfrm>
          <a:prstGeom prst="rect">
            <a:avLst/>
          </a:prstGeom>
        </p:spPr>
      </p:pic>
      <p:pic>
        <p:nvPicPr>
          <p:cNvPr id="38" name="Image 36" descr="preencoded.png"/>
          <p:cNvPicPr>
            <a:picLocks noChangeAspect="1"/>
          </p:cNvPicPr>
          <p:nvPr/>
        </p:nvPicPr>
        <p:blipFill>
          <a:blip r:embed="rId31"/>
          <a:stretch>
            <a:fillRect/>
          </a:stretch>
        </p:blipFill>
        <p:spPr>
          <a:xfrm>
            <a:off x="6236612" y="5517701"/>
            <a:ext cx="148491" cy="148491"/>
          </a:xfrm>
          <a:prstGeom prst="rect">
            <a:avLst/>
          </a:prstGeom>
        </p:spPr>
      </p:pic>
      <p:pic>
        <p:nvPicPr>
          <p:cNvPr id="39" name="Image 37" descr="preencoded.png"/>
          <p:cNvPicPr>
            <a:picLocks noChangeAspect="1"/>
          </p:cNvPicPr>
          <p:nvPr/>
        </p:nvPicPr>
        <p:blipFill>
          <a:blip r:embed="rId31"/>
          <a:stretch>
            <a:fillRect/>
          </a:stretch>
        </p:blipFill>
        <p:spPr>
          <a:xfrm>
            <a:off x="6236612" y="5851805"/>
            <a:ext cx="148491" cy="148491"/>
          </a:xfrm>
          <a:prstGeom prst="rect">
            <a:avLst/>
          </a:prstGeom>
        </p:spPr>
      </p:pic>
      <p:pic>
        <p:nvPicPr>
          <p:cNvPr id="40" name="Image 38" descr="preencoded.png"/>
          <p:cNvPicPr>
            <a:picLocks noChangeAspect="1"/>
          </p:cNvPicPr>
          <p:nvPr/>
        </p:nvPicPr>
        <p:blipFill>
          <a:blip r:embed="rId26"/>
          <a:stretch>
            <a:fillRect/>
          </a:stretch>
        </p:blipFill>
        <p:spPr>
          <a:xfrm>
            <a:off x="6236612" y="6185910"/>
            <a:ext cx="5160055" cy="705331"/>
          </a:xfrm>
          <a:prstGeom prst="rect">
            <a:avLst/>
          </a:prstGeom>
        </p:spPr>
      </p:pic>
      <p:pic>
        <p:nvPicPr>
          <p:cNvPr id="41" name="Image 39" descr="preencoded.png"/>
          <p:cNvPicPr>
            <a:picLocks noChangeAspect="1"/>
          </p:cNvPicPr>
          <p:nvPr/>
        </p:nvPicPr>
        <p:blipFill>
          <a:blip r:embed="rId32"/>
          <a:stretch>
            <a:fillRect/>
          </a:stretch>
        </p:blipFill>
        <p:spPr>
          <a:xfrm>
            <a:off x="6236613" y="6631382"/>
            <a:ext cx="1254631" cy="259859"/>
          </a:xfrm>
          <a:prstGeom prst="rect">
            <a:avLst/>
          </a:prstGeom>
        </p:spPr>
      </p:pic>
      <p:pic>
        <p:nvPicPr>
          <p:cNvPr id="42" name="Image 40" descr="preencoded.png"/>
          <p:cNvPicPr>
            <a:picLocks noChangeAspect="1"/>
          </p:cNvPicPr>
          <p:nvPr/>
        </p:nvPicPr>
        <p:blipFill>
          <a:blip r:embed="rId33"/>
          <a:stretch>
            <a:fillRect/>
          </a:stretch>
        </p:blipFill>
        <p:spPr>
          <a:xfrm>
            <a:off x="7565490" y="6631382"/>
            <a:ext cx="1785949" cy="259859"/>
          </a:xfrm>
          <a:prstGeom prst="rect">
            <a:avLst/>
          </a:prstGeom>
        </p:spPr>
      </p:pic>
      <p:sp>
        <p:nvSpPr>
          <p:cNvPr id="43" name="Text 0"/>
          <p:cNvSpPr/>
          <p:nvPr/>
        </p:nvSpPr>
        <p:spPr>
          <a:xfrm>
            <a:off x="371227" y="227717"/>
            <a:ext cx="5200542"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AMI Types and Sources</a:t>
            </a:r>
            <a:endParaRPr lang="en-US" sz="2631" dirty="0"/>
          </a:p>
        </p:txBody>
      </p:sp>
      <p:sp>
        <p:nvSpPr>
          <p:cNvPr id="44" name="Text 1"/>
          <p:cNvSpPr/>
          <p:nvPr/>
        </p:nvSpPr>
        <p:spPr>
          <a:xfrm>
            <a:off x="9863616" y="301963"/>
            <a:ext cx="2285134"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Amazon Web Services</a:t>
            </a:r>
            <a:endParaRPr lang="en-US" sz="1169" dirty="0"/>
          </a:p>
        </p:txBody>
      </p:sp>
      <p:sp>
        <p:nvSpPr>
          <p:cNvPr id="45" name="Text 2"/>
          <p:cNvSpPr/>
          <p:nvPr/>
        </p:nvSpPr>
        <p:spPr>
          <a:xfrm>
            <a:off x="1076558" y="1304275"/>
            <a:ext cx="2958737"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AWS-Provided AMIs</a:t>
            </a:r>
            <a:endParaRPr lang="en-US" sz="1754" dirty="0"/>
          </a:p>
        </p:txBody>
      </p:sp>
      <p:sp>
        <p:nvSpPr>
          <p:cNvPr id="46" name="Text 3"/>
          <p:cNvSpPr/>
          <p:nvPr/>
        </p:nvSpPr>
        <p:spPr>
          <a:xfrm>
            <a:off x="705331" y="1823993"/>
            <a:ext cx="985782"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Free to use</a:t>
            </a:r>
            <a:endParaRPr lang="en-US" sz="1169" dirty="0"/>
          </a:p>
        </p:txBody>
      </p:sp>
      <p:sp>
        <p:nvSpPr>
          <p:cNvPr id="47" name="Text 4"/>
          <p:cNvSpPr/>
          <p:nvPr/>
        </p:nvSpPr>
        <p:spPr>
          <a:xfrm>
            <a:off x="705331" y="2158097"/>
            <a:ext cx="1660429"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Supported by AWS</a:t>
            </a:r>
            <a:endParaRPr lang="en-US" sz="1169" dirty="0"/>
          </a:p>
        </p:txBody>
      </p:sp>
      <p:sp>
        <p:nvSpPr>
          <p:cNvPr id="48" name="Text 5"/>
          <p:cNvSpPr/>
          <p:nvPr/>
        </p:nvSpPr>
        <p:spPr>
          <a:xfrm>
            <a:off x="705332" y="2492202"/>
            <a:ext cx="1607006"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Updated regularly</a:t>
            </a:r>
            <a:endParaRPr lang="en-US" sz="1169" dirty="0"/>
          </a:p>
        </p:txBody>
      </p:sp>
      <p:sp>
        <p:nvSpPr>
          <p:cNvPr id="49" name="Text 6"/>
          <p:cNvSpPr/>
          <p:nvPr/>
        </p:nvSpPr>
        <p:spPr>
          <a:xfrm>
            <a:off x="482595" y="2974797"/>
            <a:ext cx="5160055" cy="259859"/>
          </a:xfrm>
          <a:prstGeom prst="rect">
            <a:avLst/>
          </a:prstGeom>
          <a:noFill/>
          <a:ln/>
        </p:spPr>
        <p:txBody>
          <a:bodyPr vert="horz" wrap="square" lIns="0" tIns="0" rIns="0" bIns="0" rtlCol="0" anchor="t"/>
          <a:lstStyle/>
          <a:p>
            <a:pPr>
              <a:lnSpc>
                <a:spcPts val="2046"/>
              </a:lnSpc>
            </a:pPr>
            <a:r>
              <a:rPr lang="en-US" sz="1315" b="1" dirty="0">
                <a:solidFill>
                  <a:srgbClr val="374151"/>
                </a:solidFill>
                <a:latin typeface="ui-sans-serif" pitchFamily="34" charset="0"/>
                <a:ea typeface="ui-sans-serif" pitchFamily="34" charset="-122"/>
                <a:cs typeface="ui-sans-serif" pitchFamily="34" charset="-120"/>
              </a:rPr>
              <a:t>Examples:</a:t>
            </a:r>
            <a:endParaRPr lang="en-US" sz="1315" dirty="0"/>
          </a:p>
        </p:txBody>
      </p:sp>
      <p:sp>
        <p:nvSpPr>
          <p:cNvPr id="50" name="Text 7"/>
          <p:cNvSpPr/>
          <p:nvPr/>
        </p:nvSpPr>
        <p:spPr>
          <a:xfrm>
            <a:off x="593963" y="3308901"/>
            <a:ext cx="1515824" cy="259859"/>
          </a:xfrm>
          <a:prstGeom prst="rect">
            <a:avLst/>
          </a:prstGeom>
          <a:noFill/>
          <a:ln/>
        </p:spPr>
        <p:txBody>
          <a:bodyPr vert="horz" wrap="square" lIns="0" tIns="0" rIns="0" bIns="0" rtlCol="0" anchor="t"/>
          <a:lstStyle/>
          <a:p>
            <a:pPr>
              <a:lnSpc>
                <a:spcPts val="1461"/>
              </a:lnSpc>
            </a:pPr>
            <a:r>
              <a:rPr lang="en-US" sz="1023" dirty="0">
                <a:solidFill>
                  <a:srgbClr val="C2410C"/>
                </a:solidFill>
                <a:latin typeface="ui-sans-serif" pitchFamily="34" charset="0"/>
                <a:ea typeface="ui-sans-serif" pitchFamily="34" charset="-122"/>
                <a:cs typeface="ui-sans-serif" pitchFamily="34" charset="-120"/>
              </a:rPr>
              <a:t>Amazon Linux 2</a:t>
            </a:r>
            <a:endParaRPr lang="en-US" sz="1023" dirty="0"/>
          </a:p>
        </p:txBody>
      </p:sp>
      <p:sp>
        <p:nvSpPr>
          <p:cNvPr id="51" name="Text 8"/>
          <p:cNvSpPr/>
          <p:nvPr/>
        </p:nvSpPr>
        <p:spPr>
          <a:xfrm>
            <a:off x="1931395" y="3308901"/>
            <a:ext cx="678301" cy="259859"/>
          </a:xfrm>
          <a:prstGeom prst="rect">
            <a:avLst/>
          </a:prstGeom>
          <a:noFill/>
          <a:ln/>
        </p:spPr>
        <p:txBody>
          <a:bodyPr vert="horz" wrap="square" lIns="0" tIns="0" rIns="0" bIns="0" rtlCol="0" anchor="t"/>
          <a:lstStyle/>
          <a:p>
            <a:pPr>
              <a:lnSpc>
                <a:spcPts val="1461"/>
              </a:lnSpc>
            </a:pPr>
            <a:r>
              <a:rPr lang="en-US" sz="1023" dirty="0">
                <a:solidFill>
                  <a:srgbClr val="C2410C"/>
                </a:solidFill>
                <a:latin typeface="ui-sans-serif" pitchFamily="34" charset="0"/>
                <a:ea typeface="ui-sans-serif" pitchFamily="34" charset="-122"/>
                <a:cs typeface="ui-sans-serif" pitchFamily="34" charset="-120"/>
              </a:rPr>
              <a:t>RHEL</a:t>
            </a:r>
            <a:endParaRPr lang="en-US" sz="1023" dirty="0"/>
          </a:p>
        </p:txBody>
      </p:sp>
      <p:sp>
        <p:nvSpPr>
          <p:cNvPr id="52" name="Text 9"/>
          <p:cNvSpPr/>
          <p:nvPr/>
        </p:nvSpPr>
        <p:spPr>
          <a:xfrm>
            <a:off x="2570892" y="3308901"/>
            <a:ext cx="2560074" cy="259859"/>
          </a:xfrm>
          <a:prstGeom prst="rect">
            <a:avLst/>
          </a:prstGeom>
          <a:noFill/>
          <a:ln/>
        </p:spPr>
        <p:txBody>
          <a:bodyPr vert="horz" wrap="square" lIns="0" tIns="0" rIns="0" bIns="0" rtlCol="0" anchor="t"/>
          <a:lstStyle/>
          <a:p>
            <a:pPr>
              <a:lnSpc>
                <a:spcPts val="1461"/>
              </a:lnSpc>
            </a:pPr>
            <a:r>
              <a:rPr lang="en-US" sz="1023" dirty="0">
                <a:solidFill>
                  <a:srgbClr val="C2410C"/>
                </a:solidFill>
                <a:latin typeface="ui-sans-serif" pitchFamily="34" charset="0"/>
                <a:ea typeface="ui-sans-serif" pitchFamily="34" charset="-122"/>
                <a:cs typeface="ui-sans-serif" pitchFamily="34" charset="-120"/>
              </a:rPr>
              <a:t>SUSE Linux Enterprise Server</a:t>
            </a:r>
            <a:endParaRPr lang="en-US" sz="1023" dirty="0"/>
          </a:p>
        </p:txBody>
      </p:sp>
      <p:sp>
        <p:nvSpPr>
          <p:cNvPr id="53" name="Text 10"/>
          <p:cNvSpPr/>
          <p:nvPr/>
        </p:nvSpPr>
        <p:spPr>
          <a:xfrm>
            <a:off x="593964" y="3643005"/>
            <a:ext cx="1398887" cy="259859"/>
          </a:xfrm>
          <a:prstGeom prst="rect">
            <a:avLst/>
          </a:prstGeom>
          <a:noFill/>
          <a:ln/>
        </p:spPr>
        <p:txBody>
          <a:bodyPr vert="horz" wrap="square" lIns="0" tIns="0" rIns="0" bIns="0" rtlCol="0" anchor="t"/>
          <a:lstStyle/>
          <a:p>
            <a:pPr>
              <a:lnSpc>
                <a:spcPts val="1461"/>
              </a:lnSpc>
            </a:pPr>
            <a:r>
              <a:rPr lang="en-US" sz="1023" dirty="0">
                <a:solidFill>
                  <a:srgbClr val="C2410C"/>
                </a:solidFill>
                <a:latin typeface="ui-sans-serif" pitchFamily="34" charset="0"/>
                <a:ea typeface="ui-sans-serif" pitchFamily="34" charset="-122"/>
                <a:cs typeface="ui-sans-serif" pitchFamily="34" charset="-120"/>
              </a:rPr>
              <a:t>Ubuntu Server</a:t>
            </a:r>
            <a:endParaRPr lang="en-US" sz="1023" dirty="0"/>
          </a:p>
        </p:txBody>
      </p:sp>
      <p:sp>
        <p:nvSpPr>
          <p:cNvPr id="54" name="Text 11"/>
          <p:cNvSpPr/>
          <p:nvPr/>
        </p:nvSpPr>
        <p:spPr>
          <a:xfrm>
            <a:off x="1833948" y="3643005"/>
            <a:ext cx="1524177" cy="259859"/>
          </a:xfrm>
          <a:prstGeom prst="rect">
            <a:avLst/>
          </a:prstGeom>
          <a:noFill/>
          <a:ln/>
        </p:spPr>
        <p:txBody>
          <a:bodyPr vert="horz" wrap="square" lIns="0" tIns="0" rIns="0" bIns="0" rtlCol="0" anchor="t"/>
          <a:lstStyle/>
          <a:p>
            <a:pPr>
              <a:lnSpc>
                <a:spcPts val="1461"/>
              </a:lnSpc>
            </a:pPr>
            <a:r>
              <a:rPr lang="en-US" sz="1023" dirty="0">
                <a:solidFill>
                  <a:srgbClr val="C2410C"/>
                </a:solidFill>
                <a:latin typeface="ui-sans-serif" pitchFamily="34" charset="0"/>
                <a:ea typeface="ui-sans-serif" pitchFamily="34" charset="-122"/>
                <a:cs typeface="ui-sans-serif" pitchFamily="34" charset="-120"/>
              </a:rPr>
              <a:t>Windows Server</a:t>
            </a:r>
            <a:endParaRPr lang="en-US" sz="1023" dirty="0"/>
          </a:p>
        </p:txBody>
      </p:sp>
      <p:sp>
        <p:nvSpPr>
          <p:cNvPr id="55" name="Text 12"/>
          <p:cNvSpPr/>
          <p:nvPr/>
        </p:nvSpPr>
        <p:spPr>
          <a:xfrm>
            <a:off x="6830576" y="1304275"/>
            <a:ext cx="3460589"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AWS Marketplace AMIs</a:t>
            </a:r>
            <a:endParaRPr lang="en-US" sz="1754" dirty="0"/>
          </a:p>
        </p:txBody>
      </p:sp>
      <p:sp>
        <p:nvSpPr>
          <p:cNvPr id="56" name="Text 13"/>
          <p:cNvSpPr/>
          <p:nvPr/>
        </p:nvSpPr>
        <p:spPr>
          <a:xfrm>
            <a:off x="6459349" y="1823993"/>
            <a:ext cx="3285706"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Purchased through AWS Marketplace</a:t>
            </a:r>
            <a:endParaRPr lang="en-US" sz="1169" dirty="0"/>
          </a:p>
        </p:txBody>
      </p:sp>
      <p:sp>
        <p:nvSpPr>
          <p:cNvPr id="57" name="Text 14"/>
          <p:cNvSpPr/>
          <p:nvPr/>
        </p:nvSpPr>
        <p:spPr>
          <a:xfrm>
            <a:off x="6459349" y="2158097"/>
            <a:ext cx="1714373"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Can be free or paid</a:t>
            </a:r>
            <a:endParaRPr lang="en-US" sz="1169" dirty="0"/>
          </a:p>
        </p:txBody>
      </p:sp>
      <p:sp>
        <p:nvSpPr>
          <p:cNvPr id="58" name="Text 15"/>
          <p:cNvSpPr/>
          <p:nvPr/>
        </p:nvSpPr>
        <p:spPr>
          <a:xfrm>
            <a:off x="6459349" y="2492202"/>
            <a:ext cx="1953292"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Third-party supported</a:t>
            </a:r>
            <a:endParaRPr lang="en-US" sz="1169" dirty="0"/>
          </a:p>
        </p:txBody>
      </p:sp>
      <p:sp>
        <p:nvSpPr>
          <p:cNvPr id="59" name="Text 16"/>
          <p:cNvSpPr/>
          <p:nvPr/>
        </p:nvSpPr>
        <p:spPr>
          <a:xfrm>
            <a:off x="6236612" y="2974797"/>
            <a:ext cx="5160055" cy="259859"/>
          </a:xfrm>
          <a:prstGeom prst="rect">
            <a:avLst/>
          </a:prstGeom>
          <a:noFill/>
          <a:ln/>
        </p:spPr>
        <p:txBody>
          <a:bodyPr vert="horz" wrap="square" lIns="0" tIns="0" rIns="0" bIns="0" rtlCol="0" anchor="t"/>
          <a:lstStyle/>
          <a:p>
            <a:pPr>
              <a:lnSpc>
                <a:spcPts val="2046"/>
              </a:lnSpc>
            </a:pPr>
            <a:r>
              <a:rPr lang="en-US" sz="1315" b="1" dirty="0">
                <a:solidFill>
                  <a:srgbClr val="374151"/>
                </a:solidFill>
                <a:latin typeface="ui-sans-serif" pitchFamily="34" charset="0"/>
                <a:ea typeface="ui-sans-serif" pitchFamily="34" charset="-122"/>
                <a:cs typeface="ui-sans-serif" pitchFamily="34" charset="-120"/>
              </a:rPr>
              <a:t>Examples:</a:t>
            </a:r>
            <a:endParaRPr lang="en-US" sz="1315" dirty="0"/>
          </a:p>
        </p:txBody>
      </p:sp>
      <p:sp>
        <p:nvSpPr>
          <p:cNvPr id="60" name="Text 17"/>
          <p:cNvSpPr/>
          <p:nvPr/>
        </p:nvSpPr>
        <p:spPr>
          <a:xfrm>
            <a:off x="6347981" y="3308901"/>
            <a:ext cx="2823529" cy="259859"/>
          </a:xfrm>
          <a:prstGeom prst="rect">
            <a:avLst/>
          </a:prstGeom>
          <a:noFill/>
          <a:ln/>
        </p:spPr>
        <p:txBody>
          <a:bodyPr vert="horz" wrap="square" lIns="0" tIns="0" rIns="0" bIns="0" rtlCol="0" anchor="t"/>
          <a:lstStyle/>
          <a:p>
            <a:pPr>
              <a:lnSpc>
                <a:spcPts val="1461"/>
              </a:lnSpc>
            </a:pPr>
            <a:r>
              <a:rPr lang="en-US" sz="1023" dirty="0">
                <a:solidFill>
                  <a:srgbClr val="374151"/>
                </a:solidFill>
                <a:latin typeface="ui-sans-serif" pitchFamily="34" charset="0"/>
                <a:ea typeface="ui-sans-serif" pitchFamily="34" charset="-122"/>
                <a:cs typeface="ui-sans-serif" pitchFamily="34" charset="-120"/>
              </a:rPr>
              <a:t>Windows Server with SQL Server</a:t>
            </a:r>
            <a:endParaRPr lang="en-US" sz="1023" dirty="0"/>
          </a:p>
        </p:txBody>
      </p:sp>
      <p:sp>
        <p:nvSpPr>
          <p:cNvPr id="61" name="Text 18"/>
          <p:cNvSpPr/>
          <p:nvPr/>
        </p:nvSpPr>
        <p:spPr>
          <a:xfrm>
            <a:off x="6347981" y="3643005"/>
            <a:ext cx="3507572" cy="259859"/>
          </a:xfrm>
          <a:prstGeom prst="rect">
            <a:avLst/>
          </a:prstGeom>
          <a:noFill/>
          <a:ln/>
        </p:spPr>
        <p:txBody>
          <a:bodyPr vert="horz" wrap="square" lIns="0" tIns="0" rIns="0" bIns="0" rtlCol="0" anchor="t"/>
          <a:lstStyle/>
          <a:p>
            <a:pPr>
              <a:lnSpc>
                <a:spcPts val="1461"/>
              </a:lnSpc>
            </a:pPr>
            <a:r>
              <a:rPr lang="en-US" sz="1023" dirty="0">
                <a:solidFill>
                  <a:srgbClr val="374151"/>
                </a:solidFill>
                <a:latin typeface="ui-sans-serif" pitchFamily="34" charset="0"/>
                <a:ea typeface="ui-sans-serif" pitchFamily="34" charset="-122"/>
                <a:cs typeface="ui-sans-serif" pitchFamily="34" charset="-120"/>
              </a:rPr>
              <a:t>Red Hat Enterprise Linux with SQL Server</a:t>
            </a:r>
            <a:endParaRPr lang="en-US" sz="1023" dirty="0"/>
          </a:p>
        </p:txBody>
      </p:sp>
      <p:sp>
        <p:nvSpPr>
          <p:cNvPr id="62" name="Text 19"/>
          <p:cNvSpPr/>
          <p:nvPr/>
        </p:nvSpPr>
        <p:spPr>
          <a:xfrm>
            <a:off x="1076558" y="4626756"/>
            <a:ext cx="2535539"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Community AMIs</a:t>
            </a:r>
            <a:endParaRPr lang="en-US" sz="1754" dirty="0"/>
          </a:p>
        </p:txBody>
      </p:sp>
      <p:sp>
        <p:nvSpPr>
          <p:cNvPr id="63" name="Text 20"/>
          <p:cNvSpPr/>
          <p:nvPr/>
        </p:nvSpPr>
        <p:spPr>
          <a:xfrm>
            <a:off x="705331" y="5146474"/>
            <a:ext cx="2897485"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Provided by other AWS accounts</a:t>
            </a:r>
            <a:endParaRPr lang="en-US" sz="1169" dirty="0"/>
          </a:p>
        </p:txBody>
      </p:sp>
      <p:sp>
        <p:nvSpPr>
          <p:cNvPr id="64" name="Text 21"/>
          <p:cNvSpPr/>
          <p:nvPr/>
        </p:nvSpPr>
        <p:spPr>
          <a:xfrm>
            <a:off x="705332" y="5480579"/>
            <a:ext cx="3757628"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No support from AWS or original publisher</a:t>
            </a:r>
            <a:endParaRPr lang="en-US" sz="1169" dirty="0"/>
          </a:p>
        </p:txBody>
      </p:sp>
      <p:sp>
        <p:nvSpPr>
          <p:cNvPr id="65" name="Text 22"/>
          <p:cNvSpPr/>
          <p:nvPr/>
        </p:nvSpPr>
        <p:spPr>
          <a:xfrm>
            <a:off x="705331" y="5814683"/>
            <a:ext cx="1345988"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Publicly shared</a:t>
            </a:r>
            <a:endParaRPr lang="en-US" sz="1169" dirty="0"/>
          </a:p>
        </p:txBody>
      </p:sp>
      <p:sp>
        <p:nvSpPr>
          <p:cNvPr id="66" name="Text 23"/>
          <p:cNvSpPr/>
          <p:nvPr/>
        </p:nvSpPr>
        <p:spPr>
          <a:xfrm>
            <a:off x="505970" y="6120945"/>
            <a:ext cx="5160055" cy="259859"/>
          </a:xfrm>
          <a:prstGeom prst="rect">
            <a:avLst/>
          </a:prstGeom>
          <a:noFill/>
          <a:ln/>
        </p:spPr>
        <p:txBody>
          <a:bodyPr vert="horz" wrap="square" lIns="0" tIns="0" rIns="0" bIns="0" rtlCol="0" anchor="t"/>
          <a:lstStyle/>
          <a:p>
            <a:pPr>
              <a:lnSpc>
                <a:spcPts val="2046"/>
              </a:lnSpc>
            </a:pPr>
            <a:r>
              <a:rPr lang="en-US" sz="1315" b="1" dirty="0">
                <a:solidFill>
                  <a:srgbClr val="374151"/>
                </a:solidFill>
                <a:latin typeface="ui-sans-serif" pitchFamily="34" charset="0"/>
                <a:ea typeface="ui-sans-serif" pitchFamily="34" charset="-122"/>
                <a:cs typeface="ui-sans-serif" pitchFamily="34" charset="-120"/>
              </a:rPr>
              <a:t>Examples:</a:t>
            </a:r>
            <a:endParaRPr lang="en-US" sz="1315" dirty="0"/>
          </a:p>
        </p:txBody>
      </p:sp>
      <p:sp>
        <p:nvSpPr>
          <p:cNvPr id="67" name="Text 24"/>
          <p:cNvSpPr/>
          <p:nvPr/>
        </p:nvSpPr>
        <p:spPr>
          <a:xfrm>
            <a:off x="631085" y="6425281"/>
            <a:ext cx="2204044" cy="259859"/>
          </a:xfrm>
          <a:prstGeom prst="rect">
            <a:avLst/>
          </a:prstGeom>
          <a:noFill/>
          <a:ln/>
        </p:spPr>
        <p:txBody>
          <a:bodyPr vert="horz" wrap="square" lIns="0" tIns="0" rIns="0" bIns="0" rtlCol="0" anchor="t"/>
          <a:lstStyle/>
          <a:p>
            <a:pPr>
              <a:lnSpc>
                <a:spcPts val="1461"/>
              </a:lnSpc>
            </a:pPr>
            <a:r>
              <a:rPr lang="en-US" sz="1023" dirty="0">
                <a:solidFill>
                  <a:srgbClr val="1D4ED8"/>
                </a:solidFill>
                <a:latin typeface="ui-sans-serif" pitchFamily="34" charset="0"/>
                <a:ea typeface="ui-sans-serif" pitchFamily="34" charset="-122"/>
                <a:cs typeface="ui-sans-serif" pitchFamily="34" charset="-120"/>
              </a:rPr>
              <a:t>Ubuntu Server 22.04 LTS</a:t>
            </a:r>
            <a:endParaRPr lang="en-US" sz="1023" dirty="0"/>
          </a:p>
        </p:txBody>
      </p:sp>
      <p:sp>
        <p:nvSpPr>
          <p:cNvPr id="68" name="Text 25"/>
          <p:cNvSpPr/>
          <p:nvPr/>
        </p:nvSpPr>
        <p:spPr>
          <a:xfrm>
            <a:off x="6830576" y="4626756"/>
            <a:ext cx="1959904"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Custom AMIs</a:t>
            </a:r>
            <a:endParaRPr lang="en-US" sz="1754" dirty="0"/>
          </a:p>
        </p:txBody>
      </p:sp>
      <p:sp>
        <p:nvSpPr>
          <p:cNvPr id="69" name="Text 26"/>
          <p:cNvSpPr/>
          <p:nvPr/>
        </p:nvSpPr>
        <p:spPr>
          <a:xfrm>
            <a:off x="6459349" y="5146474"/>
            <a:ext cx="1518609"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Created by users</a:t>
            </a:r>
            <a:endParaRPr lang="en-US" sz="1169" dirty="0"/>
          </a:p>
        </p:txBody>
      </p:sp>
      <p:sp>
        <p:nvSpPr>
          <p:cNvPr id="70" name="Text 27"/>
          <p:cNvSpPr/>
          <p:nvPr/>
        </p:nvSpPr>
        <p:spPr>
          <a:xfrm>
            <a:off x="6459349" y="5480579"/>
            <a:ext cx="1912573"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No support from AWS</a:t>
            </a:r>
            <a:endParaRPr lang="en-US" sz="1169" dirty="0"/>
          </a:p>
        </p:txBody>
      </p:sp>
      <p:sp>
        <p:nvSpPr>
          <p:cNvPr id="71" name="Text 28"/>
          <p:cNvSpPr/>
          <p:nvPr/>
        </p:nvSpPr>
        <p:spPr>
          <a:xfrm>
            <a:off x="6459349" y="5814683"/>
            <a:ext cx="3115000"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Can be shared with other accounts</a:t>
            </a:r>
            <a:endParaRPr lang="en-US" sz="1169" dirty="0"/>
          </a:p>
        </p:txBody>
      </p:sp>
      <p:sp>
        <p:nvSpPr>
          <p:cNvPr id="72" name="Text 29"/>
          <p:cNvSpPr/>
          <p:nvPr/>
        </p:nvSpPr>
        <p:spPr>
          <a:xfrm>
            <a:off x="6236612" y="6162709"/>
            <a:ext cx="5160055" cy="259859"/>
          </a:xfrm>
          <a:prstGeom prst="rect">
            <a:avLst/>
          </a:prstGeom>
          <a:noFill/>
          <a:ln/>
        </p:spPr>
        <p:txBody>
          <a:bodyPr vert="horz" wrap="square" lIns="0" tIns="0" rIns="0" bIns="0" rtlCol="0" anchor="t"/>
          <a:lstStyle/>
          <a:p>
            <a:pPr>
              <a:lnSpc>
                <a:spcPts val="2046"/>
              </a:lnSpc>
            </a:pPr>
            <a:r>
              <a:rPr lang="en-US" sz="1315" b="1" dirty="0">
                <a:solidFill>
                  <a:srgbClr val="374151"/>
                </a:solidFill>
                <a:latin typeface="ui-sans-serif" pitchFamily="34" charset="0"/>
                <a:ea typeface="ui-sans-serif" pitchFamily="34" charset="-122"/>
                <a:cs typeface="ui-sans-serif" pitchFamily="34" charset="-120"/>
              </a:rPr>
              <a:t>Examples:</a:t>
            </a:r>
            <a:endParaRPr lang="en-US" sz="1315" dirty="0"/>
          </a:p>
        </p:txBody>
      </p:sp>
      <p:sp>
        <p:nvSpPr>
          <p:cNvPr id="73" name="Text 30"/>
          <p:cNvSpPr/>
          <p:nvPr/>
        </p:nvSpPr>
        <p:spPr>
          <a:xfrm>
            <a:off x="6279404" y="6464330"/>
            <a:ext cx="1505557" cy="259859"/>
          </a:xfrm>
          <a:prstGeom prst="rect">
            <a:avLst/>
          </a:prstGeom>
          <a:noFill/>
          <a:ln/>
        </p:spPr>
        <p:txBody>
          <a:bodyPr vert="horz" wrap="square" lIns="0" tIns="0" rIns="0" bIns="0" rtlCol="0" anchor="t"/>
          <a:lstStyle/>
          <a:p>
            <a:pPr>
              <a:lnSpc>
                <a:spcPts val="1461"/>
              </a:lnSpc>
            </a:pPr>
            <a:r>
              <a:rPr lang="en-US" sz="1023" dirty="0">
                <a:solidFill>
                  <a:srgbClr val="15803D"/>
                </a:solidFill>
                <a:latin typeface="ui-sans-serif" pitchFamily="34" charset="0"/>
                <a:ea typeface="ui-sans-serif" pitchFamily="34" charset="-122"/>
                <a:cs typeface="ui-sans-serif" pitchFamily="34" charset="-120"/>
              </a:rPr>
              <a:t>MyApp-Prod-1.0</a:t>
            </a:r>
            <a:endParaRPr lang="en-US" sz="1023" dirty="0"/>
          </a:p>
        </p:txBody>
      </p:sp>
      <p:sp>
        <p:nvSpPr>
          <p:cNvPr id="74" name="Text 31"/>
          <p:cNvSpPr/>
          <p:nvPr/>
        </p:nvSpPr>
        <p:spPr>
          <a:xfrm>
            <a:off x="7652982" y="6445769"/>
            <a:ext cx="2143140" cy="259859"/>
          </a:xfrm>
          <a:prstGeom prst="rect">
            <a:avLst/>
          </a:prstGeom>
          <a:noFill/>
          <a:ln/>
        </p:spPr>
        <p:txBody>
          <a:bodyPr vert="horz" wrap="square" lIns="0" tIns="0" rIns="0" bIns="0" rtlCol="0" anchor="t"/>
          <a:lstStyle/>
          <a:p>
            <a:pPr>
              <a:lnSpc>
                <a:spcPts val="1461"/>
              </a:lnSpc>
            </a:pPr>
            <a:r>
              <a:rPr lang="en-US" sz="1023" dirty="0">
                <a:solidFill>
                  <a:srgbClr val="15803D"/>
                </a:solidFill>
                <a:latin typeface="ui-sans-serif" pitchFamily="34" charset="0"/>
                <a:ea typeface="ui-sans-serif" pitchFamily="34" charset="-122"/>
                <a:cs typeface="ui-sans-serif" pitchFamily="34" charset="-120"/>
              </a:rPr>
              <a:t>mycompany-webapp-v1</a:t>
            </a:r>
            <a:endParaRPr lang="en-US" sz="1023" dirty="0"/>
          </a:p>
        </p:txBody>
      </p:sp>
      <p:sp>
        <p:nvSpPr>
          <p:cNvPr id="75" name="Text 32"/>
          <p:cNvSpPr/>
          <p:nvPr/>
        </p:nvSpPr>
        <p:spPr>
          <a:xfrm>
            <a:off x="11401743" y="7128239"/>
            <a:ext cx="350287" cy="194894"/>
          </a:xfrm>
          <a:prstGeom prst="rect">
            <a:avLst/>
          </a:prstGeom>
          <a:noFill/>
          <a:ln/>
        </p:spPr>
        <p:txBody>
          <a:bodyPr vert="horz" wrap="square" lIns="0" tIns="0" rIns="0" bIns="0" rtlCol="0" anchor="t"/>
          <a:lstStyle/>
          <a:p>
            <a:pPr>
              <a:lnSpc>
                <a:spcPts val="1535"/>
              </a:lnSpc>
            </a:pPr>
            <a:endParaRPr lang="en-US" sz="102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668209"/>
          </a:xfrm>
          <a:prstGeom prst="rect">
            <a:avLst/>
          </a:prstGeom>
        </p:spPr>
      </p:pic>
      <p:pic>
        <p:nvPicPr>
          <p:cNvPr id="4" name="Image 2" descr="preencoded.png"/>
          <p:cNvPicPr>
            <a:picLocks noChangeAspect="1"/>
          </p:cNvPicPr>
          <p:nvPr/>
        </p:nvPicPr>
        <p:blipFill>
          <a:blip r:embed="rId5"/>
          <a:stretch>
            <a:fillRect/>
          </a:stretch>
        </p:blipFill>
        <p:spPr>
          <a:xfrm>
            <a:off x="9603757" y="329805"/>
            <a:ext cx="185613" cy="148491"/>
          </a:xfrm>
          <a:prstGeom prst="rect">
            <a:avLst/>
          </a:prstGeom>
        </p:spPr>
      </p:pic>
      <p:pic>
        <p:nvPicPr>
          <p:cNvPr id="5" name="Image 3" descr="preencoded.png"/>
          <p:cNvPicPr>
            <a:picLocks noChangeAspect="1"/>
          </p:cNvPicPr>
          <p:nvPr/>
        </p:nvPicPr>
        <p:blipFill>
          <a:blip r:embed="rId6"/>
          <a:stretch>
            <a:fillRect/>
          </a:stretch>
        </p:blipFill>
        <p:spPr>
          <a:xfrm>
            <a:off x="296981" y="1044417"/>
            <a:ext cx="3613227" cy="2245923"/>
          </a:xfrm>
          <a:prstGeom prst="rect">
            <a:avLst/>
          </a:prstGeom>
        </p:spPr>
      </p:pic>
      <p:pic>
        <p:nvPicPr>
          <p:cNvPr id="6" name="Image 4" descr="preencoded.png"/>
          <p:cNvPicPr>
            <a:picLocks noChangeAspect="1"/>
          </p:cNvPicPr>
          <p:nvPr/>
        </p:nvPicPr>
        <p:blipFill>
          <a:blip r:embed="rId7"/>
          <a:stretch>
            <a:fillRect/>
          </a:stretch>
        </p:blipFill>
        <p:spPr>
          <a:xfrm>
            <a:off x="482595" y="1230030"/>
            <a:ext cx="464034" cy="464034"/>
          </a:xfrm>
          <a:prstGeom prst="rect">
            <a:avLst/>
          </a:prstGeom>
        </p:spPr>
      </p:pic>
      <p:pic>
        <p:nvPicPr>
          <p:cNvPr id="7" name="Image 5" descr="preencoded.png"/>
          <p:cNvPicPr>
            <a:picLocks noChangeAspect="1"/>
          </p:cNvPicPr>
          <p:nvPr/>
        </p:nvPicPr>
        <p:blipFill>
          <a:blip r:embed="rId8"/>
          <a:stretch>
            <a:fillRect/>
          </a:stretch>
        </p:blipFill>
        <p:spPr>
          <a:xfrm>
            <a:off x="645008" y="1332117"/>
            <a:ext cx="139210" cy="259859"/>
          </a:xfrm>
          <a:prstGeom prst="rect">
            <a:avLst/>
          </a:prstGeom>
        </p:spPr>
      </p:pic>
      <p:pic>
        <p:nvPicPr>
          <p:cNvPr id="8" name="Image 6" descr="preencoded.png"/>
          <p:cNvPicPr>
            <a:picLocks noChangeAspect="1"/>
          </p:cNvPicPr>
          <p:nvPr/>
        </p:nvPicPr>
        <p:blipFill>
          <a:blip r:embed="rId9"/>
          <a:stretch>
            <a:fillRect/>
          </a:stretch>
        </p:blipFill>
        <p:spPr>
          <a:xfrm>
            <a:off x="631085" y="1879677"/>
            <a:ext cx="148491" cy="148491"/>
          </a:xfrm>
          <a:prstGeom prst="rect">
            <a:avLst/>
          </a:prstGeom>
        </p:spPr>
      </p:pic>
      <p:pic>
        <p:nvPicPr>
          <p:cNvPr id="9" name="Image 7" descr="preencoded.png"/>
          <p:cNvPicPr>
            <a:picLocks noChangeAspect="1"/>
          </p:cNvPicPr>
          <p:nvPr/>
        </p:nvPicPr>
        <p:blipFill>
          <a:blip r:embed="rId9"/>
          <a:stretch>
            <a:fillRect/>
          </a:stretch>
        </p:blipFill>
        <p:spPr>
          <a:xfrm>
            <a:off x="631085" y="2176659"/>
            <a:ext cx="148491" cy="148491"/>
          </a:xfrm>
          <a:prstGeom prst="rect">
            <a:avLst/>
          </a:prstGeom>
        </p:spPr>
      </p:pic>
      <p:pic>
        <p:nvPicPr>
          <p:cNvPr id="10" name="Image 8" descr="preencoded.png"/>
          <p:cNvPicPr>
            <a:picLocks noChangeAspect="1"/>
          </p:cNvPicPr>
          <p:nvPr/>
        </p:nvPicPr>
        <p:blipFill>
          <a:blip r:embed="rId9"/>
          <a:stretch>
            <a:fillRect/>
          </a:stretch>
        </p:blipFill>
        <p:spPr>
          <a:xfrm>
            <a:off x="631085" y="2511466"/>
            <a:ext cx="148491" cy="148491"/>
          </a:xfrm>
          <a:prstGeom prst="rect">
            <a:avLst/>
          </a:prstGeom>
        </p:spPr>
      </p:pic>
      <p:pic>
        <p:nvPicPr>
          <p:cNvPr id="11" name="Image 9" descr="preencoded.png"/>
          <p:cNvPicPr>
            <a:picLocks noChangeAspect="1"/>
          </p:cNvPicPr>
          <p:nvPr/>
        </p:nvPicPr>
        <p:blipFill>
          <a:blip r:embed="rId10"/>
          <a:stretch>
            <a:fillRect/>
          </a:stretch>
        </p:blipFill>
        <p:spPr>
          <a:xfrm>
            <a:off x="4132944" y="1044417"/>
            <a:ext cx="3613227" cy="2245923"/>
          </a:xfrm>
          <a:prstGeom prst="rect">
            <a:avLst/>
          </a:prstGeom>
        </p:spPr>
      </p:pic>
      <p:pic>
        <p:nvPicPr>
          <p:cNvPr id="12" name="Image 10" descr="preencoded.png"/>
          <p:cNvPicPr>
            <a:picLocks noChangeAspect="1"/>
          </p:cNvPicPr>
          <p:nvPr/>
        </p:nvPicPr>
        <p:blipFill>
          <a:blip r:embed="rId11"/>
          <a:stretch>
            <a:fillRect/>
          </a:stretch>
        </p:blipFill>
        <p:spPr>
          <a:xfrm>
            <a:off x="4318558" y="1230030"/>
            <a:ext cx="464034" cy="464034"/>
          </a:xfrm>
          <a:prstGeom prst="rect">
            <a:avLst/>
          </a:prstGeom>
        </p:spPr>
      </p:pic>
      <p:pic>
        <p:nvPicPr>
          <p:cNvPr id="13" name="Image 11" descr="preencoded.png"/>
          <p:cNvPicPr>
            <a:picLocks noChangeAspect="1"/>
          </p:cNvPicPr>
          <p:nvPr/>
        </p:nvPicPr>
        <p:blipFill>
          <a:blip r:embed="rId12"/>
          <a:stretch>
            <a:fillRect/>
          </a:stretch>
        </p:blipFill>
        <p:spPr>
          <a:xfrm>
            <a:off x="4434567" y="1332117"/>
            <a:ext cx="232017" cy="259859"/>
          </a:xfrm>
          <a:prstGeom prst="rect">
            <a:avLst/>
          </a:prstGeom>
        </p:spPr>
      </p:pic>
      <p:pic>
        <p:nvPicPr>
          <p:cNvPr id="14" name="Image 12" descr="preencoded.png"/>
          <p:cNvPicPr>
            <a:picLocks noChangeAspect="1"/>
          </p:cNvPicPr>
          <p:nvPr/>
        </p:nvPicPr>
        <p:blipFill>
          <a:blip r:embed="rId9"/>
          <a:stretch>
            <a:fillRect/>
          </a:stretch>
        </p:blipFill>
        <p:spPr>
          <a:xfrm>
            <a:off x="4467049" y="1879677"/>
            <a:ext cx="148491" cy="148491"/>
          </a:xfrm>
          <a:prstGeom prst="rect">
            <a:avLst/>
          </a:prstGeom>
        </p:spPr>
      </p:pic>
      <p:pic>
        <p:nvPicPr>
          <p:cNvPr id="15" name="Image 13" descr="preencoded.png"/>
          <p:cNvPicPr>
            <a:picLocks noChangeAspect="1"/>
          </p:cNvPicPr>
          <p:nvPr/>
        </p:nvPicPr>
        <p:blipFill>
          <a:blip r:embed="rId9"/>
          <a:stretch>
            <a:fillRect/>
          </a:stretch>
        </p:blipFill>
        <p:spPr>
          <a:xfrm>
            <a:off x="4467049" y="2340558"/>
            <a:ext cx="148491" cy="148491"/>
          </a:xfrm>
          <a:prstGeom prst="rect">
            <a:avLst/>
          </a:prstGeom>
        </p:spPr>
      </p:pic>
      <p:pic>
        <p:nvPicPr>
          <p:cNvPr id="16" name="Image 14" descr="preencoded.png"/>
          <p:cNvPicPr>
            <a:picLocks noChangeAspect="1"/>
          </p:cNvPicPr>
          <p:nvPr/>
        </p:nvPicPr>
        <p:blipFill>
          <a:blip r:embed="rId9"/>
          <a:stretch>
            <a:fillRect/>
          </a:stretch>
        </p:blipFill>
        <p:spPr>
          <a:xfrm>
            <a:off x="4467049" y="2582906"/>
            <a:ext cx="148491" cy="148491"/>
          </a:xfrm>
          <a:prstGeom prst="rect">
            <a:avLst/>
          </a:prstGeom>
        </p:spPr>
      </p:pic>
      <p:pic>
        <p:nvPicPr>
          <p:cNvPr id="17" name="Image 15" descr="preencoded.png"/>
          <p:cNvPicPr>
            <a:picLocks noChangeAspect="1"/>
          </p:cNvPicPr>
          <p:nvPr/>
        </p:nvPicPr>
        <p:blipFill>
          <a:blip r:embed="rId13"/>
          <a:stretch>
            <a:fillRect/>
          </a:stretch>
        </p:blipFill>
        <p:spPr>
          <a:xfrm>
            <a:off x="7968909" y="1036012"/>
            <a:ext cx="3613372" cy="2245923"/>
          </a:xfrm>
          <a:prstGeom prst="rect">
            <a:avLst/>
          </a:prstGeom>
        </p:spPr>
      </p:pic>
      <p:pic>
        <p:nvPicPr>
          <p:cNvPr id="18" name="Image 16" descr="preencoded.png"/>
          <p:cNvPicPr>
            <a:picLocks noChangeAspect="1"/>
          </p:cNvPicPr>
          <p:nvPr/>
        </p:nvPicPr>
        <p:blipFill>
          <a:blip r:embed="rId14"/>
          <a:stretch>
            <a:fillRect/>
          </a:stretch>
        </p:blipFill>
        <p:spPr>
          <a:xfrm>
            <a:off x="8154522" y="1230030"/>
            <a:ext cx="464034" cy="464034"/>
          </a:xfrm>
          <a:prstGeom prst="rect">
            <a:avLst/>
          </a:prstGeom>
        </p:spPr>
      </p:pic>
      <p:pic>
        <p:nvPicPr>
          <p:cNvPr id="19" name="Image 17" descr="preencoded.png"/>
          <p:cNvPicPr>
            <a:picLocks noChangeAspect="1"/>
          </p:cNvPicPr>
          <p:nvPr/>
        </p:nvPicPr>
        <p:blipFill>
          <a:blip r:embed="rId15"/>
          <a:stretch>
            <a:fillRect/>
          </a:stretch>
        </p:blipFill>
        <p:spPr>
          <a:xfrm>
            <a:off x="8293732" y="1332117"/>
            <a:ext cx="185613" cy="259859"/>
          </a:xfrm>
          <a:prstGeom prst="rect">
            <a:avLst/>
          </a:prstGeom>
        </p:spPr>
      </p:pic>
      <p:pic>
        <p:nvPicPr>
          <p:cNvPr id="20" name="Image 18" descr="preencoded.png"/>
          <p:cNvPicPr>
            <a:picLocks noChangeAspect="1"/>
          </p:cNvPicPr>
          <p:nvPr/>
        </p:nvPicPr>
        <p:blipFill>
          <a:blip r:embed="rId9"/>
          <a:stretch>
            <a:fillRect/>
          </a:stretch>
        </p:blipFill>
        <p:spPr>
          <a:xfrm>
            <a:off x="8303013" y="1879677"/>
            <a:ext cx="148491" cy="148491"/>
          </a:xfrm>
          <a:prstGeom prst="rect">
            <a:avLst/>
          </a:prstGeom>
        </p:spPr>
      </p:pic>
      <p:pic>
        <p:nvPicPr>
          <p:cNvPr id="21" name="Image 19" descr="preencoded.png"/>
          <p:cNvPicPr>
            <a:picLocks noChangeAspect="1"/>
          </p:cNvPicPr>
          <p:nvPr/>
        </p:nvPicPr>
        <p:blipFill>
          <a:blip r:embed="rId9"/>
          <a:stretch>
            <a:fillRect/>
          </a:stretch>
        </p:blipFill>
        <p:spPr>
          <a:xfrm>
            <a:off x="8303013" y="2172461"/>
            <a:ext cx="148491" cy="148491"/>
          </a:xfrm>
          <a:prstGeom prst="rect">
            <a:avLst/>
          </a:prstGeom>
        </p:spPr>
      </p:pic>
      <p:pic>
        <p:nvPicPr>
          <p:cNvPr id="22" name="Image 20" descr="preencoded.png"/>
          <p:cNvPicPr>
            <a:picLocks noChangeAspect="1"/>
          </p:cNvPicPr>
          <p:nvPr/>
        </p:nvPicPr>
        <p:blipFill>
          <a:blip r:embed="rId9"/>
          <a:stretch>
            <a:fillRect/>
          </a:stretch>
        </p:blipFill>
        <p:spPr>
          <a:xfrm>
            <a:off x="8303013" y="2469435"/>
            <a:ext cx="148491" cy="148491"/>
          </a:xfrm>
          <a:prstGeom prst="rect">
            <a:avLst/>
          </a:prstGeom>
        </p:spPr>
      </p:pic>
      <p:pic>
        <p:nvPicPr>
          <p:cNvPr id="23" name="Image 21" descr="preencoded.png"/>
          <p:cNvPicPr>
            <a:picLocks noChangeAspect="1"/>
          </p:cNvPicPr>
          <p:nvPr/>
        </p:nvPicPr>
        <p:blipFill>
          <a:blip r:embed="rId16"/>
          <a:stretch>
            <a:fillRect/>
          </a:stretch>
        </p:blipFill>
        <p:spPr>
          <a:xfrm>
            <a:off x="296981" y="3513076"/>
            <a:ext cx="5531282" cy="1856135"/>
          </a:xfrm>
          <a:prstGeom prst="rect">
            <a:avLst/>
          </a:prstGeom>
        </p:spPr>
      </p:pic>
      <p:pic>
        <p:nvPicPr>
          <p:cNvPr id="24" name="Image 22" descr="preencoded.png"/>
          <p:cNvPicPr>
            <a:picLocks noChangeAspect="1"/>
          </p:cNvPicPr>
          <p:nvPr/>
        </p:nvPicPr>
        <p:blipFill>
          <a:blip r:embed="rId17"/>
          <a:stretch>
            <a:fillRect/>
          </a:stretch>
        </p:blipFill>
        <p:spPr>
          <a:xfrm>
            <a:off x="482595" y="3698689"/>
            <a:ext cx="185613" cy="259859"/>
          </a:xfrm>
          <a:prstGeom prst="rect">
            <a:avLst/>
          </a:prstGeom>
        </p:spPr>
      </p:pic>
      <p:pic>
        <p:nvPicPr>
          <p:cNvPr id="25" name="Image 23" descr="preencoded.png"/>
          <p:cNvPicPr>
            <a:picLocks noChangeAspect="1"/>
          </p:cNvPicPr>
          <p:nvPr/>
        </p:nvPicPr>
        <p:blipFill>
          <a:blip r:embed="rId18"/>
          <a:stretch>
            <a:fillRect/>
          </a:stretch>
        </p:blipFill>
        <p:spPr>
          <a:xfrm>
            <a:off x="482595" y="4069916"/>
            <a:ext cx="5160055" cy="593963"/>
          </a:xfrm>
          <a:prstGeom prst="rect">
            <a:avLst/>
          </a:prstGeom>
        </p:spPr>
      </p:pic>
      <p:pic>
        <p:nvPicPr>
          <p:cNvPr id="26" name="Image 24" descr="preencoded.png"/>
          <p:cNvPicPr>
            <a:picLocks noChangeAspect="1"/>
          </p:cNvPicPr>
          <p:nvPr/>
        </p:nvPicPr>
        <p:blipFill>
          <a:blip r:embed="rId19"/>
          <a:stretch>
            <a:fillRect/>
          </a:stretch>
        </p:blipFill>
        <p:spPr>
          <a:xfrm>
            <a:off x="482595" y="4775247"/>
            <a:ext cx="5160055" cy="408350"/>
          </a:xfrm>
          <a:prstGeom prst="rect">
            <a:avLst/>
          </a:prstGeom>
        </p:spPr>
      </p:pic>
      <p:pic>
        <p:nvPicPr>
          <p:cNvPr id="27" name="Image 25" descr="preencoded.png"/>
          <p:cNvPicPr>
            <a:picLocks noChangeAspect="1"/>
          </p:cNvPicPr>
          <p:nvPr/>
        </p:nvPicPr>
        <p:blipFill>
          <a:blip r:embed="rId16"/>
          <a:stretch>
            <a:fillRect/>
          </a:stretch>
        </p:blipFill>
        <p:spPr>
          <a:xfrm>
            <a:off x="6050999" y="3513076"/>
            <a:ext cx="5531282" cy="1856135"/>
          </a:xfrm>
          <a:prstGeom prst="rect">
            <a:avLst/>
          </a:prstGeom>
        </p:spPr>
      </p:pic>
      <p:pic>
        <p:nvPicPr>
          <p:cNvPr id="28" name="Image 26" descr="preencoded.png"/>
          <p:cNvPicPr>
            <a:picLocks noChangeAspect="1"/>
          </p:cNvPicPr>
          <p:nvPr/>
        </p:nvPicPr>
        <p:blipFill>
          <a:blip r:embed="rId20"/>
          <a:stretch>
            <a:fillRect/>
          </a:stretch>
        </p:blipFill>
        <p:spPr>
          <a:xfrm>
            <a:off x="6236613" y="3698689"/>
            <a:ext cx="185613" cy="259859"/>
          </a:xfrm>
          <a:prstGeom prst="rect">
            <a:avLst/>
          </a:prstGeom>
        </p:spPr>
      </p:pic>
      <p:pic>
        <p:nvPicPr>
          <p:cNvPr id="29" name="Image 27" descr="preencoded.png"/>
          <p:cNvPicPr>
            <a:picLocks noChangeAspect="1"/>
          </p:cNvPicPr>
          <p:nvPr/>
        </p:nvPicPr>
        <p:blipFill>
          <a:blip r:embed="rId19"/>
          <a:stretch>
            <a:fillRect/>
          </a:stretch>
        </p:blipFill>
        <p:spPr>
          <a:xfrm>
            <a:off x="6236612" y="4069916"/>
            <a:ext cx="5160055" cy="408350"/>
          </a:xfrm>
          <a:prstGeom prst="rect">
            <a:avLst/>
          </a:prstGeom>
        </p:spPr>
      </p:pic>
      <p:pic>
        <p:nvPicPr>
          <p:cNvPr id="30" name="Image 28" descr="preencoded.png"/>
          <p:cNvPicPr>
            <a:picLocks noChangeAspect="1"/>
          </p:cNvPicPr>
          <p:nvPr/>
        </p:nvPicPr>
        <p:blipFill>
          <a:blip r:embed="rId19"/>
          <a:stretch>
            <a:fillRect/>
          </a:stretch>
        </p:blipFill>
        <p:spPr>
          <a:xfrm>
            <a:off x="6236612" y="4589634"/>
            <a:ext cx="5160055" cy="408350"/>
          </a:xfrm>
          <a:prstGeom prst="rect">
            <a:avLst/>
          </a:prstGeom>
        </p:spPr>
      </p:pic>
      <p:sp>
        <p:nvSpPr>
          <p:cNvPr id="31" name="Text 0"/>
          <p:cNvSpPr/>
          <p:nvPr/>
        </p:nvSpPr>
        <p:spPr>
          <a:xfrm>
            <a:off x="371227" y="227717"/>
            <a:ext cx="5015392"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Creating Custom AMIs</a:t>
            </a:r>
            <a:endParaRPr lang="en-US" sz="2631" dirty="0"/>
          </a:p>
        </p:txBody>
      </p:sp>
      <p:sp>
        <p:nvSpPr>
          <p:cNvPr id="32" name="Text 1"/>
          <p:cNvSpPr/>
          <p:nvPr/>
        </p:nvSpPr>
        <p:spPr>
          <a:xfrm>
            <a:off x="9863616" y="301963"/>
            <a:ext cx="2285134"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Amazon Web Services</a:t>
            </a:r>
            <a:endParaRPr lang="en-US" sz="1169" dirty="0"/>
          </a:p>
        </p:txBody>
      </p:sp>
      <p:sp>
        <p:nvSpPr>
          <p:cNvPr id="33" name="Text 2"/>
          <p:cNvSpPr/>
          <p:nvPr/>
        </p:nvSpPr>
        <p:spPr>
          <a:xfrm>
            <a:off x="1095120" y="1332117"/>
            <a:ext cx="1805729"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1. Preparation</a:t>
            </a:r>
            <a:endParaRPr lang="en-US" sz="1461" dirty="0"/>
          </a:p>
        </p:txBody>
      </p:sp>
      <p:sp>
        <p:nvSpPr>
          <p:cNvPr id="34" name="Text 3"/>
          <p:cNvSpPr/>
          <p:nvPr/>
        </p:nvSpPr>
        <p:spPr>
          <a:xfrm>
            <a:off x="853822" y="1842555"/>
            <a:ext cx="3092205"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Ensure instance is in running state</a:t>
            </a:r>
            <a:endParaRPr lang="en-US" sz="1169" dirty="0"/>
          </a:p>
        </p:txBody>
      </p:sp>
      <p:sp>
        <p:nvSpPr>
          <p:cNvPr id="35" name="Text 4"/>
          <p:cNvSpPr/>
          <p:nvPr/>
        </p:nvSpPr>
        <p:spPr>
          <a:xfrm>
            <a:off x="853822" y="2139536"/>
            <a:ext cx="2870773"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Install necessary software and updates</a:t>
            </a:r>
            <a:endParaRPr lang="en-US" sz="1169" dirty="0"/>
          </a:p>
        </p:txBody>
      </p:sp>
      <p:sp>
        <p:nvSpPr>
          <p:cNvPr id="36" name="Text 5"/>
          <p:cNvSpPr/>
          <p:nvPr/>
        </p:nvSpPr>
        <p:spPr>
          <a:xfrm>
            <a:off x="853822" y="2440721"/>
            <a:ext cx="2870773"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Configure security groups and IAM roles</a:t>
            </a:r>
            <a:endParaRPr lang="en-US" sz="1169" dirty="0"/>
          </a:p>
        </p:txBody>
      </p:sp>
      <p:sp>
        <p:nvSpPr>
          <p:cNvPr id="37" name="Text 6"/>
          <p:cNvSpPr/>
          <p:nvPr/>
        </p:nvSpPr>
        <p:spPr>
          <a:xfrm>
            <a:off x="4931083" y="1332117"/>
            <a:ext cx="1386358"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2. Creation</a:t>
            </a:r>
            <a:endParaRPr lang="en-US" sz="1461" dirty="0"/>
          </a:p>
        </p:txBody>
      </p:sp>
      <p:sp>
        <p:nvSpPr>
          <p:cNvPr id="38" name="Text 7"/>
          <p:cNvSpPr/>
          <p:nvPr/>
        </p:nvSpPr>
        <p:spPr>
          <a:xfrm>
            <a:off x="4689785" y="1842554"/>
            <a:ext cx="2870773" cy="259859"/>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Stop the instance (optional but recommended)</a:t>
            </a:r>
            <a:endParaRPr lang="en-US" sz="1169" dirty="0"/>
          </a:p>
        </p:txBody>
      </p:sp>
      <p:sp>
        <p:nvSpPr>
          <p:cNvPr id="39" name="Text 8"/>
          <p:cNvSpPr/>
          <p:nvPr/>
        </p:nvSpPr>
        <p:spPr>
          <a:xfrm>
            <a:off x="4689785" y="2286625"/>
            <a:ext cx="2870773" cy="302930"/>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Open EC2 Dashboard and select "Create AMI"</a:t>
            </a:r>
            <a:endParaRPr lang="en-US" sz="1169" dirty="0"/>
          </a:p>
        </p:txBody>
      </p:sp>
      <p:sp>
        <p:nvSpPr>
          <p:cNvPr id="40" name="Text 9"/>
          <p:cNvSpPr/>
          <p:nvPr/>
        </p:nvSpPr>
        <p:spPr>
          <a:xfrm>
            <a:off x="4689785" y="2562593"/>
            <a:ext cx="2637858"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Enter AMI details and confirm</a:t>
            </a:r>
            <a:endParaRPr lang="en-US" sz="1169" dirty="0"/>
          </a:p>
        </p:txBody>
      </p:sp>
      <p:sp>
        <p:nvSpPr>
          <p:cNvPr id="41" name="Text 10"/>
          <p:cNvSpPr/>
          <p:nvPr/>
        </p:nvSpPr>
        <p:spPr>
          <a:xfrm>
            <a:off x="8767047" y="1332117"/>
            <a:ext cx="1956772"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3. Management</a:t>
            </a:r>
            <a:endParaRPr lang="en-US" sz="1461" dirty="0"/>
          </a:p>
        </p:txBody>
      </p:sp>
      <p:sp>
        <p:nvSpPr>
          <p:cNvPr id="42" name="Text 11"/>
          <p:cNvSpPr/>
          <p:nvPr/>
        </p:nvSpPr>
        <p:spPr>
          <a:xfrm>
            <a:off x="8525750" y="1842555"/>
            <a:ext cx="2870918" cy="278420"/>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Test the AMI by launching a new instance</a:t>
            </a:r>
            <a:endParaRPr lang="en-US" sz="1169" dirty="0"/>
          </a:p>
        </p:txBody>
      </p:sp>
      <p:sp>
        <p:nvSpPr>
          <p:cNvPr id="43" name="Text 12"/>
          <p:cNvSpPr/>
          <p:nvPr/>
        </p:nvSpPr>
        <p:spPr>
          <a:xfrm>
            <a:off x="8542558" y="2135339"/>
            <a:ext cx="3233155"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Share with other accounts if needed</a:t>
            </a:r>
            <a:endParaRPr lang="en-US" sz="1169" dirty="0"/>
          </a:p>
        </p:txBody>
      </p:sp>
      <p:sp>
        <p:nvSpPr>
          <p:cNvPr id="44" name="Text 13"/>
          <p:cNvSpPr/>
          <p:nvPr/>
        </p:nvSpPr>
        <p:spPr>
          <a:xfrm>
            <a:off x="8534154" y="2423912"/>
            <a:ext cx="2870918"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Remove unnecessary AMIs to save costs</a:t>
            </a:r>
            <a:endParaRPr lang="en-US" sz="1169" dirty="0"/>
          </a:p>
        </p:txBody>
      </p:sp>
      <p:sp>
        <p:nvSpPr>
          <p:cNvPr id="45" name="Text 14"/>
          <p:cNvSpPr/>
          <p:nvPr/>
        </p:nvSpPr>
        <p:spPr>
          <a:xfrm>
            <a:off x="779577" y="3698689"/>
            <a:ext cx="1791460"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Best Practices</a:t>
            </a:r>
            <a:endParaRPr lang="en-US" sz="1461" dirty="0"/>
          </a:p>
        </p:txBody>
      </p:sp>
      <p:sp>
        <p:nvSpPr>
          <p:cNvPr id="46" name="Text 15"/>
          <p:cNvSpPr/>
          <p:nvPr/>
        </p:nvSpPr>
        <p:spPr>
          <a:xfrm>
            <a:off x="593963" y="4069916"/>
            <a:ext cx="5048687"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Consistent Configuration</a:t>
            </a:r>
            <a:endParaRPr lang="en-US" sz="1169" dirty="0"/>
          </a:p>
        </p:txBody>
      </p:sp>
      <p:sp>
        <p:nvSpPr>
          <p:cNvPr id="47" name="Text 16"/>
          <p:cNvSpPr/>
          <p:nvPr/>
        </p:nvSpPr>
        <p:spPr>
          <a:xfrm>
            <a:off x="593963" y="4292652"/>
            <a:ext cx="5048687" cy="371227"/>
          </a:xfrm>
          <a:prstGeom prst="rect">
            <a:avLst/>
          </a:prstGeom>
          <a:noFill/>
          <a:ln/>
        </p:spPr>
        <p:txBody>
          <a:bodyPr vert="horz" wrap="square" lIns="0" tIns="0" rIns="0" bIns="0" rtlCol="0" anchor="t"/>
          <a:lstStyle/>
          <a:p>
            <a:pPr>
              <a:lnSpc>
                <a:spcPts val="1461"/>
              </a:lnSpc>
            </a:pPr>
            <a:r>
              <a:rPr lang="en-US" sz="1023" dirty="0">
                <a:solidFill>
                  <a:srgbClr val="374151"/>
                </a:solidFill>
                <a:latin typeface="ui-sans-serif" pitchFamily="34" charset="0"/>
                <a:ea typeface="ui-sans-serif" pitchFamily="34" charset="-122"/>
                <a:cs typeface="ui-sans-serif" pitchFamily="34" charset="-120"/>
              </a:rPr>
              <a:t>Ensure all instances used to create an AMI have the same configuration for consistency</a:t>
            </a:r>
            <a:endParaRPr lang="en-US" sz="1023" dirty="0"/>
          </a:p>
        </p:txBody>
      </p:sp>
      <p:sp>
        <p:nvSpPr>
          <p:cNvPr id="48" name="Text 17"/>
          <p:cNvSpPr/>
          <p:nvPr/>
        </p:nvSpPr>
        <p:spPr>
          <a:xfrm>
            <a:off x="593963" y="4775247"/>
            <a:ext cx="5048687"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Clean Up Before Creation</a:t>
            </a:r>
            <a:endParaRPr lang="en-US" sz="1169" dirty="0"/>
          </a:p>
        </p:txBody>
      </p:sp>
      <p:sp>
        <p:nvSpPr>
          <p:cNvPr id="49" name="Text 18"/>
          <p:cNvSpPr/>
          <p:nvPr/>
        </p:nvSpPr>
        <p:spPr>
          <a:xfrm>
            <a:off x="593963" y="4997984"/>
            <a:ext cx="6058424" cy="185613"/>
          </a:xfrm>
          <a:prstGeom prst="rect">
            <a:avLst/>
          </a:prstGeom>
          <a:noFill/>
          <a:ln/>
        </p:spPr>
        <p:txBody>
          <a:bodyPr vert="horz" wrap="square" lIns="0" tIns="0" rIns="0" bIns="0" rtlCol="0" anchor="t"/>
          <a:lstStyle/>
          <a:p>
            <a:pPr>
              <a:lnSpc>
                <a:spcPts val="1461"/>
              </a:lnSpc>
            </a:pPr>
            <a:r>
              <a:rPr lang="en-US" sz="1023" dirty="0">
                <a:solidFill>
                  <a:srgbClr val="374151"/>
                </a:solidFill>
                <a:latin typeface="ui-sans-serif" pitchFamily="34" charset="0"/>
                <a:ea typeface="ui-sans-serif" pitchFamily="34" charset="-122"/>
                <a:cs typeface="ui-sans-serif" pitchFamily="34" charset="-120"/>
              </a:rPr>
              <a:t>Remove sensitive data and logs before creating an AMI</a:t>
            </a:r>
            <a:endParaRPr lang="en-US" sz="1023" dirty="0"/>
          </a:p>
        </p:txBody>
      </p:sp>
      <p:sp>
        <p:nvSpPr>
          <p:cNvPr id="50" name="Text 19"/>
          <p:cNvSpPr/>
          <p:nvPr/>
        </p:nvSpPr>
        <p:spPr>
          <a:xfrm>
            <a:off x="6533595" y="3698689"/>
            <a:ext cx="3218363"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Important Considerations</a:t>
            </a:r>
            <a:endParaRPr lang="en-US" sz="1461" dirty="0"/>
          </a:p>
        </p:txBody>
      </p:sp>
      <p:sp>
        <p:nvSpPr>
          <p:cNvPr id="51" name="Text 20"/>
          <p:cNvSpPr/>
          <p:nvPr/>
        </p:nvSpPr>
        <p:spPr>
          <a:xfrm>
            <a:off x="6347980" y="4069916"/>
            <a:ext cx="5048687"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Instance State</a:t>
            </a:r>
            <a:endParaRPr lang="en-US" sz="1169" dirty="0"/>
          </a:p>
        </p:txBody>
      </p:sp>
      <p:sp>
        <p:nvSpPr>
          <p:cNvPr id="52" name="Text 21"/>
          <p:cNvSpPr/>
          <p:nvPr/>
        </p:nvSpPr>
        <p:spPr>
          <a:xfrm>
            <a:off x="6347981" y="4292653"/>
            <a:ext cx="6058424" cy="185613"/>
          </a:xfrm>
          <a:prstGeom prst="rect">
            <a:avLst/>
          </a:prstGeom>
          <a:noFill/>
          <a:ln/>
        </p:spPr>
        <p:txBody>
          <a:bodyPr vert="horz" wrap="square" lIns="0" tIns="0" rIns="0" bIns="0" rtlCol="0" anchor="t"/>
          <a:lstStyle/>
          <a:p>
            <a:pPr>
              <a:lnSpc>
                <a:spcPts val="1461"/>
              </a:lnSpc>
            </a:pPr>
            <a:r>
              <a:rPr lang="en-US" sz="1023" dirty="0">
                <a:solidFill>
                  <a:srgbClr val="374151"/>
                </a:solidFill>
                <a:latin typeface="ui-sans-serif" pitchFamily="34" charset="0"/>
                <a:ea typeface="ui-sans-serif" pitchFamily="34" charset="-122"/>
                <a:cs typeface="ui-sans-serif" pitchFamily="34" charset="-120"/>
              </a:rPr>
              <a:t>Instance can be stopped or running when creating an AMI</a:t>
            </a:r>
            <a:endParaRPr lang="en-US" sz="1023" dirty="0"/>
          </a:p>
        </p:txBody>
      </p:sp>
      <p:sp>
        <p:nvSpPr>
          <p:cNvPr id="53" name="Text 22"/>
          <p:cNvSpPr/>
          <p:nvPr/>
        </p:nvSpPr>
        <p:spPr>
          <a:xfrm>
            <a:off x="6347980" y="4589634"/>
            <a:ext cx="5048687"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Root Volume</a:t>
            </a:r>
            <a:endParaRPr lang="en-US" sz="1169" dirty="0"/>
          </a:p>
        </p:txBody>
      </p:sp>
      <p:sp>
        <p:nvSpPr>
          <p:cNvPr id="54" name="Text 23"/>
          <p:cNvSpPr/>
          <p:nvPr/>
        </p:nvSpPr>
        <p:spPr>
          <a:xfrm>
            <a:off x="6347981" y="4812370"/>
            <a:ext cx="6058424" cy="185613"/>
          </a:xfrm>
          <a:prstGeom prst="rect">
            <a:avLst/>
          </a:prstGeom>
          <a:noFill/>
          <a:ln/>
        </p:spPr>
        <p:txBody>
          <a:bodyPr vert="horz" wrap="square" lIns="0" tIns="0" rIns="0" bIns="0" rtlCol="0" anchor="t"/>
          <a:lstStyle/>
          <a:p>
            <a:pPr>
              <a:lnSpc>
                <a:spcPts val="1461"/>
              </a:lnSpc>
            </a:pPr>
            <a:r>
              <a:rPr lang="en-US" sz="1023" dirty="0">
                <a:solidFill>
                  <a:srgbClr val="374151"/>
                </a:solidFill>
                <a:latin typeface="ui-sans-serif" pitchFamily="34" charset="0"/>
                <a:ea typeface="ui-sans-serif" pitchFamily="34" charset="-122"/>
                <a:cs typeface="ui-sans-serif" pitchFamily="34" charset="-120"/>
              </a:rPr>
              <a:t>Only the root volume is included in the AMI</a:t>
            </a:r>
            <a:endParaRPr lang="en-US" sz="102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668209"/>
          </a:xfrm>
          <a:prstGeom prst="rect">
            <a:avLst/>
          </a:prstGeom>
        </p:spPr>
      </p:pic>
      <p:pic>
        <p:nvPicPr>
          <p:cNvPr id="4" name="Image 2" descr="preencoded.png"/>
          <p:cNvPicPr>
            <a:picLocks noChangeAspect="1"/>
          </p:cNvPicPr>
          <p:nvPr/>
        </p:nvPicPr>
        <p:blipFill>
          <a:blip r:embed="rId5"/>
          <a:stretch>
            <a:fillRect/>
          </a:stretch>
        </p:blipFill>
        <p:spPr>
          <a:xfrm>
            <a:off x="9603757" y="329805"/>
            <a:ext cx="185613" cy="148491"/>
          </a:xfrm>
          <a:prstGeom prst="rect">
            <a:avLst/>
          </a:prstGeom>
        </p:spPr>
      </p:pic>
      <p:pic>
        <p:nvPicPr>
          <p:cNvPr id="5" name="Image 3" descr="preencoded.png"/>
          <p:cNvPicPr>
            <a:picLocks noChangeAspect="1"/>
          </p:cNvPicPr>
          <p:nvPr/>
        </p:nvPicPr>
        <p:blipFill>
          <a:blip r:embed="rId6"/>
          <a:stretch>
            <a:fillRect/>
          </a:stretch>
        </p:blipFill>
        <p:spPr>
          <a:xfrm>
            <a:off x="983751" y="1601257"/>
            <a:ext cx="1781889" cy="965190"/>
          </a:xfrm>
          <a:prstGeom prst="rect">
            <a:avLst/>
          </a:prstGeom>
        </p:spPr>
      </p:pic>
      <p:pic>
        <p:nvPicPr>
          <p:cNvPr id="6" name="Image 4" descr="preencoded.png"/>
          <p:cNvPicPr>
            <a:picLocks noChangeAspect="1"/>
          </p:cNvPicPr>
          <p:nvPr/>
        </p:nvPicPr>
        <p:blipFill>
          <a:blip r:embed="rId7"/>
          <a:stretch>
            <a:fillRect/>
          </a:stretch>
        </p:blipFill>
        <p:spPr>
          <a:xfrm>
            <a:off x="1735486" y="1749748"/>
            <a:ext cx="278420" cy="334104"/>
          </a:xfrm>
          <a:prstGeom prst="rect">
            <a:avLst/>
          </a:prstGeom>
        </p:spPr>
      </p:pic>
      <p:pic>
        <p:nvPicPr>
          <p:cNvPr id="7" name="Image 5" descr="preencoded.png"/>
          <p:cNvPicPr>
            <a:picLocks noChangeAspect="1"/>
          </p:cNvPicPr>
          <p:nvPr/>
        </p:nvPicPr>
        <p:blipFill>
          <a:blip r:embed="rId8"/>
          <a:stretch>
            <a:fillRect/>
          </a:stretch>
        </p:blipFill>
        <p:spPr>
          <a:xfrm>
            <a:off x="2858447" y="2074571"/>
            <a:ext cx="742454" cy="18561"/>
          </a:xfrm>
          <a:prstGeom prst="rect">
            <a:avLst/>
          </a:prstGeom>
        </p:spPr>
      </p:pic>
      <p:pic>
        <p:nvPicPr>
          <p:cNvPr id="8" name="Image 6" descr="preencoded.png"/>
          <p:cNvPicPr>
            <a:picLocks noChangeAspect="1"/>
          </p:cNvPicPr>
          <p:nvPr/>
        </p:nvPicPr>
        <p:blipFill>
          <a:blip r:embed="rId6"/>
          <a:stretch>
            <a:fillRect/>
          </a:stretch>
        </p:blipFill>
        <p:spPr>
          <a:xfrm>
            <a:off x="3693708" y="1601257"/>
            <a:ext cx="1781889" cy="965190"/>
          </a:xfrm>
          <a:prstGeom prst="rect">
            <a:avLst/>
          </a:prstGeom>
        </p:spPr>
      </p:pic>
      <p:pic>
        <p:nvPicPr>
          <p:cNvPr id="9" name="Image 7" descr="preencoded.png"/>
          <p:cNvPicPr>
            <a:picLocks noChangeAspect="1"/>
          </p:cNvPicPr>
          <p:nvPr/>
        </p:nvPicPr>
        <p:blipFill>
          <a:blip r:embed="rId9"/>
          <a:stretch>
            <a:fillRect/>
          </a:stretch>
        </p:blipFill>
        <p:spPr>
          <a:xfrm>
            <a:off x="4464004" y="1749748"/>
            <a:ext cx="241298" cy="334104"/>
          </a:xfrm>
          <a:prstGeom prst="rect">
            <a:avLst/>
          </a:prstGeom>
        </p:spPr>
      </p:pic>
      <p:pic>
        <p:nvPicPr>
          <p:cNvPr id="10" name="Image 8" descr="preencoded.png"/>
          <p:cNvPicPr>
            <a:picLocks noChangeAspect="1"/>
          </p:cNvPicPr>
          <p:nvPr/>
        </p:nvPicPr>
        <p:blipFill>
          <a:blip r:embed="rId8"/>
          <a:stretch>
            <a:fillRect/>
          </a:stretch>
        </p:blipFill>
        <p:spPr>
          <a:xfrm>
            <a:off x="5568404" y="2074571"/>
            <a:ext cx="742454" cy="18561"/>
          </a:xfrm>
          <a:prstGeom prst="rect">
            <a:avLst/>
          </a:prstGeom>
        </p:spPr>
      </p:pic>
      <p:pic>
        <p:nvPicPr>
          <p:cNvPr id="11" name="Image 9" descr="preencoded.png"/>
          <p:cNvPicPr>
            <a:picLocks noChangeAspect="1"/>
          </p:cNvPicPr>
          <p:nvPr/>
        </p:nvPicPr>
        <p:blipFill>
          <a:blip r:embed="rId6"/>
          <a:stretch>
            <a:fillRect/>
          </a:stretch>
        </p:blipFill>
        <p:spPr>
          <a:xfrm>
            <a:off x="6403665" y="1601257"/>
            <a:ext cx="1781889" cy="965190"/>
          </a:xfrm>
          <a:prstGeom prst="rect">
            <a:avLst/>
          </a:prstGeom>
        </p:spPr>
      </p:pic>
      <p:pic>
        <p:nvPicPr>
          <p:cNvPr id="12" name="Image 10" descr="preencoded.png"/>
          <p:cNvPicPr>
            <a:picLocks noChangeAspect="1"/>
          </p:cNvPicPr>
          <p:nvPr/>
        </p:nvPicPr>
        <p:blipFill>
          <a:blip r:embed="rId10"/>
          <a:stretch>
            <a:fillRect/>
          </a:stretch>
        </p:blipFill>
        <p:spPr>
          <a:xfrm>
            <a:off x="7118276" y="1749748"/>
            <a:ext cx="352666" cy="334104"/>
          </a:xfrm>
          <a:prstGeom prst="rect">
            <a:avLst/>
          </a:prstGeom>
        </p:spPr>
      </p:pic>
      <p:pic>
        <p:nvPicPr>
          <p:cNvPr id="13" name="Image 11" descr="preencoded.png"/>
          <p:cNvPicPr>
            <a:picLocks noChangeAspect="1"/>
          </p:cNvPicPr>
          <p:nvPr/>
        </p:nvPicPr>
        <p:blipFill>
          <a:blip r:embed="rId8"/>
          <a:stretch>
            <a:fillRect/>
          </a:stretch>
        </p:blipFill>
        <p:spPr>
          <a:xfrm>
            <a:off x="8278361" y="2074571"/>
            <a:ext cx="742454" cy="18561"/>
          </a:xfrm>
          <a:prstGeom prst="rect">
            <a:avLst/>
          </a:prstGeom>
        </p:spPr>
      </p:pic>
      <p:pic>
        <p:nvPicPr>
          <p:cNvPr id="14" name="Image 12" descr="preencoded.png"/>
          <p:cNvPicPr>
            <a:picLocks noChangeAspect="1"/>
          </p:cNvPicPr>
          <p:nvPr/>
        </p:nvPicPr>
        <p:blipFill>
          <a:blip r:embed="rId6"/>
          <a:stretch>
            <a:fillRect/>
          </a:stretch>
        </p:blipFill>
        <p:spPr>
          <a:xfrm>
            <a:off x="9113622" y="1601257"/>
            <a:ext cx="1781889" cy="965190"/>
          </a:xfrm>
          <a:prstGeom prst="rect">
            <a:avLst/>
          </a:prstGeom>
        </p:spPr>
      </p:pic>
      <p:pic>
        <p:nvPicPr>
          <p:cNvPr id="15" name="Image 13" descr="preencoded.png"/>
          <p:cNvPicPr>
            <a:picLocks noChangeAspect="1"/>
          </p:cNvPicPr>
          <p:nvPr/>
        </p:nvPicPr>
        <p:blipFill>
          <a:blip r:embed="rId11"/>
          <a:stretch>
            <a:fillRect/>
          </a:stretch>
        </p:blipFill>
        <p:spPr>
          <a:xfrm>
            <a:off x="9865356" y="1749748"/>
            <a:ext cx="278420" cy="334104"/>
          </a:xfrm>
          <a:prstGeom prst="rect">
            <a:avLst/>
          </a:prstGeom>
        </p:spPr>
      </p:pic>
      <p:pic>
        <p:nvPicPr>
          <p:cNvPr id="16" name="Image 14" descr="preencoded.png"/>
          <p:cNvPicPr>
            <a:picLocks noChangeAspect="1"/>
          </p:cNvPicPr>
          <p:nvPr/>
        </p:nvPicPr>
        <p:blipFill>
          <a:blip r:embed="rId12"/>
          <a:stretch>
            <a:fillRect/>
          </a:stretch>
        </p:blipFill>
        <p:spPr>
          <a:xfrm>
            <a:off x="371227" y="2863429"/>
            <a:ext cx="5457036" cy="1225049"/>
          </a:xfrm>
          <a:prstGeom prst="rect">
            <a:avLst/>
          </a:prstGeom>
        </p:spPr>
      </p:pic>
      <p:pic>
        <p:nvPicPr>
          <p:cNvPr id="17" name="Image 15" descr="preencoded.png"/>
          <p:cNvPicPr>
            <a:picLocks noChangeAspect="1"/>
          </p:cNvPicPr>
          <p:nvPr/>
        </p:nvPicPr>
        <p:blipFill>
          <a:blip r:embed="rId13"/>
          <a:stretch>
            <a:fillRect/>
          </a:stretch>
        </p:blipFill>
        <p:spPr>
          <a:xfrm>
            <a:off x="556840" y="3049042"/>
            <a:ext cx="167052" cy="259859"/>
          </a:xfrm>
          <a:prstGeom prst="rect">
            <a:avLst/>
          </a:prstGeom>
        </p:spPr>
      </p:pic>
      <p:pic>
        <p:nvPicPr>
          <p:cNvPr id="18" name="Image 16" descr="preencoded.png"/>
          <p:cNvPicPr>
            <a:picLocks noChangeAspect="1"/>
          </p:cNvPicPr>
          <p:nvPr/>
        </p:nvPicPr>
        <p:blipFill>
          <a:blip r:embed="rId12"/>
          <a:stretch>
            <a:fillRect/>
          </a:stretch>
        </p:blipFill>
        <p:spPr>
          <a:xfrm>
            <a:off x="6050999" y="2863429"/>
            <a:ext cx="5457036" cy="1225049"/>
          </a:xfrm>
          <a:prstGeom prst="rect">
            <a:avLst/>
          </a:prstGeom>
        </p:spPr>
      </p:pic>
      <p:pic>
        <p:nvPicPr>
          <p:cNvPr id="19" name="Image 17" descr="preencoded.png"/>
          <p:cNvPicPr>
            <a:picLocks noChangeAspect="1"/>
          </p:cNvPicPr>
          <p:nvPr/>
        </p:nvPicPr>
        <p:blipFill>
          <a:blip r:embed="rId14"/>
          <a:stretch>
            <a:fillRect/>
          </a:stretch>
        </p:blipFill>
        <p:spPr>
          <a:xfrm>
            <a:off x="6236613" y="3049042"/>
            <a:ext cx="232017" cy="259859"/>
          </a:xfrm>
          <a:prstGeom prst="rect">
            <a:avLst/>
          </a:prstGeom>
        </p:spPr>
      </p:pic>
      <p:pic>
        <p:nvPicPr>
          <p:cNvPr id="20" name="Image 18" descr="preencoded.png"/>
          <p:cNvPicPr>
            <a:picLocks noChangeAspect="1"/>
          </p:cNvPicPr>
          <p:nvPr/>
        </p:nvPicPr>
        <p:blipFill>
          <a:blip r:embed="rId15"/>
          <a:stretch>
            <a:fillRect/>
          </a:stretch>
        </p:blipFill>
        <p:spPr>
          <a:xfrm>
            <a:off x="371227" y="4311214"/>
            <a:ext cx="11136809" cy="1336417"/>
          </a:xfrm>
          <a:prstGeom prst="rect">
            <a:avLst/>
          </a:prstGeom>
        </p:spPr>
      </p:pic>
      <p:pic>
        <p:nvPicPr>
          <p:cNvPr id="21" name="Image 19" descr="preencoded.png"/>
          <p:cNvPicPr>
            <a:picLocks noChangeAspect="1"/>
          </p:cNvPicPr>
          <p:nvPr/>
        </p:nvPicPr>
        <p:blipFill>
          <a:blip r:embed="rId16"/>
          <a:stretch>
            <a:fillRect/>
          </a:stretch>
        </p:blipFill>
        <p:spPr>
          <a:xfrm>
            <a:off x="556840" y="4496827"/>
            <a:ext cx="185613" cy="259859"/>
          </a:xfrm>
          <a:prstGeom prst="rect">
            <a:avLst/>
          </a:prstGeom>
        </p:spPr>
      </p:pic>
      <p:pic>
        <p:nvPicPr>
          <p:cNvPr id="22" name="Image 20" descr="preencoded.png"/>
          <p:cNvPicPr>
            <a:picLocks noChangeAspect="1"/>
          </p:cNvPicPr>
          <p:nvPr/>
        </p:nvPicPr>
        <p:blipFill>
          <a:blip r:embed="rId17"/>
          <a:stretch>
            <a:fillRect/>
          </a:stretch>
        </p:blipFill>
        <p:spPr>
          <a:xfrm>
            <a:off x="556840" y="4905177"/>
            <a:ext cx="148491" cy="148491"/>
          </a:xfrm>
          <a:prstGeom prst="rect">
            <a:avLst/>
          </a:prstGeom>
        </p:spPr>
      </p:pic>
      <p:pic>
        <p:nvPicPr>
          <p:cNvPr id="23" name="Image 21" descr="preencoded.png"/>
          <p:cNvPicPr>
            <a:picLocks noChangeAspect="1"/>
          </p:cNvPicPr>
          <p:nvPr/>
        </p:nvPicPr>
        <p:blipFill>
          <a:blip r:embed="rId17"/>
          <a:stretch>
            <a:fillRect/>
          </a:stretch>
        </p:blipFill>
        <p:spPr>
          <a:xfrm>
            <a:off x="6013876" y="4905177"/>
            <a:ext cx="148491" cy="148491"/>
          </a:xfrm>
          <a:prstGeom prst="rect">
            <a:avLst/>
          </a:prstGeom>
        </p:spPr>
      </p:pic>
      <p:pic>
        <p:nvPicPr>
          <p:cNvPr id="24" name="Image 22" descr="preencoded.png"/>
          <p:cNvPicPr>
            <a:picLocks noChangeAspect="1"/>
          </p:cNvPicPr>
          <p:nvPr/>
        </p:nvPicPr>
        <p:blipFill>
          <a:blip r:embed="rId17"/>
          <a:stretch>
            <a:fillRect/>
          </a:stretch>
        </p:blipFill>
        <p:spPr>
          <a:xfrm>
            <a:off x="556840" y="5276404"/>
            <a:ext cx="148491" cy="148491"/>
          </a:xfrm>
          <a:prstGeom prst="rect">
            <a:avLst/>
          </a:prstGeom>
        </p:spPr>
      </p:pic>
      <p:pic>
        <p:nvPicPr>
          <p:cNvPr id="25" name="Image 23" descr="preencoded.png"/>
          <p:cNvPicPr>
            <a:picLocks noChangeAspect="1"/>
          </p:cNvPicPr>
          <p:nvPr/>
        </p:nvPicPr>
        <p:blipFill>
          <a:blip r:embed="rId17"/>
          <a:stretch>
            <a:fillRect/>
          </a:stretch>
        </p:blipFill>
        <p:spPr>
          <a:xfrm>
            <a:off x="6013876" y="5276404"/>
            <a:ext cx="148491" cy="148491"/>
          </a:xfrm>
          <a:prstGeom prst="rect">
            <a:avLst/>
          </a:prstGeom>
        </p:spPr>
      </p:pic>
      <p:sp>
        <p:nvSpPr>
          <p:cNvPr id="26" name="Text 0"/>
          <p:cNvSpPr/>
          <p:nvPr/>
        </p:nvSpPr>
        <p:spPr>
          <a:xfrm>
            <a:off x="371227" y="227717"/>
            <a:ext cx="6074085"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AMI Lifecycle Management</a:t>
            </a:r>
            <a:endParaRPr lang="en-US" sz="2631" dirty="0"/>
          </a:p>
        </p:txBody>
      </p:sp>
      <p:sp>
        <p:nvSpPr>
          <p:cNvPr id="27" name="Text 1"/>
          <p:cNvSpPr/>
          <p:nvPr/>
        </p:nvSpPr>
        <p:spPr>
          <a:xfrm>
            <a:off x="9863616" y="301963"/>
            <a:ext cx="2285134"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Amazon Web Services</a:t>
            </a:r>
            <a:endParaRPr lang="en-US" sz="1169" dirty="0"/>
          </a:p>
        </p:txBody>
      </p:sp>
      <p:sp>
        <p:nvSpPr>
          <p:cNvPr id="28" name="Text 2"/>
          <p:cNvSpPr/>
          <p:nvPr/>
        </p:nvSpPr>
        <p:spPr>
          <a:xfrm>
            <a:off x="371227" y="1118662"/>
            <a:ext cx="13364170"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AMI lifecycle management involves tracking and controlling AMIs from creation through retirement.</a:t>
            </a:r>
            <a:endParaRPr lang="en-US" sz="1461" dirty="0"/>
          </a:p>
        </p:txBody>
      </p:sp>
      <p:sp>
        <p:nvSpPr>
          <p:cNvPr id="29" name="Text 3"/>
          <p:cNvSpPr/>
          <p:nvPr/>
        </p:nvSpPr>
        <p:spPr>
          <a:xfrm>
            <a:off x="1132242" y="2158097"/>
            <a:ext cx="1484908" cy="259859"/>
          </a:xfrm>
          <a:prstGeom prst="rect">
            <a:avLst/>
          </a:prstGeom>
          <a:noFill/>
          <a:ln/>
        </p:spPr>
        <p:txBody>
          <a:bodyPr vert="horz" wrap="square" lIns="0" tIns="0" rIns="0" bIns="0" rtlCol="0" anchor="t"/>
          <a:lstStyle/>
          <a:p>
            <a:pPr algn="ctr">
              <a:lnSpc>
                <a:spcPts val="2046"/>
              </a:lnSpc>
            </a:pPr>
            <a:r>
              <a:rPr lang="en-US" sz="1315" b="1" dirty="0">
                <a:solidFill>
                  <a:srgbClr val="374151"/>
                </a:solidFill>
                <a:latin typeface="ui-sans-serif" pitchFamily="34" charset="0"/>
                <a:ea typeface="ui-sans-serif" pitchFamily="34" charset="-122"/>
                <a:cs typeface="ui-sans-serif" pitchFamily="34" charset="-120"/>
              </a:rPr>
              <a:t>Create</a:t>
            </a:r>
            <a:endParaRPr lang="en-US" sz="1315" dirty="0"/>
          </a:p>
        </p:txBody>
      </p:sp>
      <p:sp>
        <p:nvSpPr>
          <p:cNvPr id="30" name="Text 4"/>
          <p:cNvSpPr/>
          <p:nvPr/>
        </p:nvSpPr>
        <p:spPr>
          <a:xfrm>
            <a:off x="3842199" y="2158097"/>
            <a:ext cx="1484908" cy="259859"/>
          </a:xfrm>
          <a:prstGeom prst="rect">
            <a:avLst/>
          </a:prstGeom>
          <a:noFill/>
          <a:ln/>
        </p:spPr>
        <p:txBody>
          <a:bodyPr vert="horz" wrap="square" lIns="0" tIns="0" rIns="0" bIns="0" rtlCol="0" anchor="t"/>
          <a:lstStyle/>
          <a:p>
            <a:pPr algn="ctr">
              <a:lnSpc>
                <a:spcPts val="2046"/>
              </a:lnSpc>
            </a:pPr>
            <a:r>
              <a:rPr lang="en-US" sz="1315" b="1" dirty="0">
                <a:solidFill>
                  <a:srgbClr val="374151"/>
                </a:solidFill>
                <a:latin typeface="ui-sans-serif" pitchFamily="34" charset="0"/>
                <a:ea typeface="ui-sans-serif" pitchFamily="34" charset="-122"/>
                <a:cs typeface="ui-sans-serif" pitchFamily="34" charset="-120"/>
              </a:rPr>
              <a:t>Version</a:t>
            </a:r>
            <a:endParaRPr lang="en-US" sz="1315" dirty="0"/>
          </a:p>
        </p:txBody>
      </p:sp>
      <p:sp>
        <p:nvSpPr>
          <p:cNvPr id="31" name="Text 5"/>
          <p:cNvSpPr/>
          <p:nvPr/>
        </p:nvSpPr>
        <p:spPr>
          <a:xfrm>
            <a:off x="6403665" y="2158097"/>
            <a:ext cx="1781889" cy="259859"/>
          </a:xfrm>
          <a:prstGeom prst="rect">
            <a:avLst/>
          </a:prstGeom>
          <a:noFill/>
          <a:ln/>
        </p:spPr>
        <p:txBody>
          <a:bodyPr vert="horz" wrap="square" lIns="0" tIns="0" rIns="0" bIns="0" rtlCol="0" anchor="t"/>
          <a:lstStyle/>
          <a:p>
            <a:pPr algn="ctr">
              <a:lnSpc>
                <a:spcPts val="2046"/>
              </a:lnSpc>
            </a:pPr>
            <a:r>
              <a:rPr lang="en-US" sz="1315" b="1" dirty="0">
                <a:solidFill>
                  <a:srgbClr val="374151"/>
                </a:solidFill>
                <a:latin typeface="ui-sans-serif" pitchFamily="34" charset="0"/>
                <a:ea typeface="ui-sans-serif" pitchFamily="34" charset="-122"/>
                <a:cs typeface="ui-sans-serif" pitchFamily="34" charset="-120"/>
              </a:rPr>
              <a:t>Deprecate</a:t>
            </a:r>
            <a:endParaRPr lang="en-US" sz="1315" dirty="0"/>
          </a:p>
        </p:txBody>
      </p:sp>
      <p:sp>
        <p:nvSpPr>
          <p:cNvPr id="32" name="Text 6"/>
          <p:cNvSpPr/>
          <p:nvPr/>
        </p:nvSpPr>
        <p:spPr>
          <a:xfrm>
            <a:off x="9113622" y="2158097"/>
            <a:ext cx="1781889" cy="259859"/>
          </a:xfrm>
          <a:prstGeom prst="rect">
            <a:avLst/>
          </a:prstGeom>
          <a:noFill/>
          <a:ln/>
        </p:spPr>
        <p:txBody>
          <a:bodyPr vert="horz" wrap="square" lIns="0" tIns="0" rIns="0" bIns="0" rtlCol="0" anchor="t"/>
          <a:lstStyle/>
          <a:p>
            <a:pPr algn="ctr">
              <a:lnSpc>
                <a:spcPts val="2046"/>
              </a:lnSpc>
            </a:pPr>
            <a:r>
              <a:rPr lang="en-US" sz="1315" b="1" dirty="0">
                <a:solidFill>
                  <a:srgbClr val="374151"/>
                </a:solidFill>
                <a:latin typeface="ui-sans-serif" pitchFamily="34" charset="0"/>
                <a:ea typeface="ui-sans-serif" pitchFamily="34" charset="-122"/>
                <a:cs typeface="ui-sans-serif" pitchFamily="34" charset="-120"/>
              </a:rPr>
              <a:t>Deregister</a:t>
            </a:r>
            <a:endParaRPr lang="en-US" sz="1315" dirty="0"/>
          </a:p>
        </p:txBody>
      </p:sp>
      <p:sp>
        <p:nvSpPr>
          <p:cNvPr id="33" name="Text 7"/>
          <p:cNvSpPr/>
          <p:nvPr/>
        </p:nvSpPr>
        <p:spPr>
          <a:xfrm>
            <a:off x="835261" y="3049042"/>
            <a:ext cx="1336069"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Versioning</a:t>
            </a:r>
            <a:endParaRPr lang="en-US" sz="1461" dirty="0"/>
          </a:p>
        </p:txBody>
      </p:sp>
      <p:sp>
        <p:nvSpPr>
          <p:cNvPr id="34" name="Text 8"/>
          <p:cNvSpPr/>
          <p:nvPr/>
        </p:nvSpPr>
        <p:spPr>
          <a:xfrm>
            <a:off x="668208" y="3420269"/>
            <a:ext cx="5969329"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Helps track changes and improvements</a:t>
            </a:r>
            <a:endParaRPr lang="en-US" sz="1169" dirty="0"/>
          </a:p>
        </p:txBody>
      </p:sp>
      <p:sp>
        <p:nvSpPr>
          <p:cNvPr id="35" name="Text 9"/>
          <p:cNvSpPr/>
          <p:nvPr/>
        </p:nvSpPr>
        <p:spPr>
          <a:xfrm>
            <a:off x="668208" y="3680128"/>
            <a:ext cx="5969329"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Facilitates rollback to previous versions</a:t>
            </a:r>
            <a:endParaRPr lang="en-US" sz="1169" dirty="0"/>
          </a:p>
        </p:txBody>
      </p:sp>
      <p:sp>
        <p:nvSpPr>
          <p:cNvPr id="36" name="Text 10"/>
          <p:cNvSpPr/>
          <p:nvPr/>
        </p:nvSpPr>
        <p:spPr>
          <a:xfrm>
            <a:off x="6579998" y="3049042"/>
            <a:ext cx="1533051"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Deprecation</a:t>
            </a:r>
            <a:endParaRPr lang="en-US" sz="1461" dirty="0"/>
          </a:p>
        </p:txBody>
      </p:sp>
      <p:sp>
        <p:nvSpPr>
          <p:cNvPr id="37" name="Text 11"/>
          <p:cNvSpPr/>
          <p:nvPr/>
        </p:nvSpPr>
        <p:spPr>
          <a:xfrm>
            <a:off x="6347981" y="3420269"/>
            <a:ext cx="4974441"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Marks AMI as outdated</a:t>
            </a:r>
            <a:endParaRPr lang="en-US" sz="1169" dirty="0"/>
          </a:p>
        </p:txBody>
      </p:sp>
      <p:sp>
        <p:nvSpPr>
          <p:cNvPr id="38" name="Text 12"/>
          <p:cNvSpPr/>
          <p:nvPr/>
        </p:nvSpPr>
        <p:spPr>
          <a:xfrm>
            <a:off x="6347981" y="3680128"/>
            <a:ext cx="5969329"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Provides migration path for users</a:t>
            </a:r>
            <a:endParaRPr lang="en-US" sz="1169" dirty="0"/>
          </a:p>
        </p:txBody>
      </p:sp>
      <p:sp>
        <p:nvSpPr>
          <p:cNvPr id="39" name="Text 13"/>
          <p:cNvSpPr/>
          <p:nvPr/>
        </p:nvSpPr>
        <p:spPr>
          <a:xfrm>
            <a:off x="853822" y="4496827"/>
            <a:ext cx="1791460"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Best Practices</a:t>
            </a:r>
            <a:endParaRPr lang="en-US" sz="1461" dirty="0"/>
          </a:p>
        </p:txBody>
      </p:sp>
      <p:sp>
        <p:nvSpPr>
          <p:cNvPr id="40" name="Text 14"/>
          <p:cNvSpPr/>
          <p:nvPr/>
        </p:nvSpPr>
        <p:spPr>
          <a:xfrm>
            <a:off x="779576" y="4868054"/>
            <a:ext cx="2845629" cy="222736"/>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Regularly clean up unused AMIs</a:t>
            </a:r>
            <a:endParaRPr lang="en-US" sz="1169" dirty="0"/>
          </a:p>
        </p:txBody>
      </p:sp>
      <p:sp>
        <p:nvSpPr>
          <p:cNvPr id="41" name="Text 15"/>
          <p:cNvSpPr/>
          <p:nvPr/>
        </p:nvSpPr>
        <p:spPr>
          <a:xfrm>
            <a:off x="6236613" y="4868054"/>
            <a:ext cx="3173643" cy="222736"/>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Use consistent naming conventions</a:t>
            </a:r>
            <a:endParaRPr lang="en-US" sz="1169" dirty="0"/>
          </a:p>
        </p:txBody>
      </p:sp>
      <p:sp>
        <p:nvSpPr>
          <p:cNvPr id="42" name="Text 16"/>
          <p:cNvSpPr/>
          <p:nvPr/>
        </p:nvSpPr>
        <p:spPr>
          <a:xfrm>
            <a:off x="779577" y="5239281"/>
            <a:ext cx="2844237" cy="222736"/>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Test AMIs before production use</a:t>
            </a:r>
            <a:endParaRPr lang="en-US" sz="1169" dirty="0"/>
          </a:p>
        </p:txBody>
      </p:sp>
      <p:sp>
        <p:nvSpPr>
          <p:cNvPr id="43" name="Text 17"/>
          <p:cNvSpPr/>
          <p:nvPr/>
        </p:nvSpPr>
        <p:spPr>
          <a:xfrm>
            <a:off x="6236613" y="5239281"/>
            <a:ext cx="3273352" cy="222736"/>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Document AMI purposes and owners</a:t>
            </a:r>
            <a:endParaRPr lang="en-US" sz="1169"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668209"/>
          </a:xfrm>
          <a:prstGeom prst="rect">
            <a:avLst/>
          </a:prstGeom>
        </p:spPr>
      </p:pic>
      <p:pic>
        <p:nvPicPr>
          <p:cNvPr id="4" name="Image 2" descr="preencoded.png"/>
          <p:cNvPicPr>
            <a:picLocks noChangeAspect="1"/>
          </p:cNvPicPr>
          <p:nvPr/>
        </p:nvPicPr>
        <p:blipFill>
          <a:blip r:embed="rId5"/>
          <a:stretch>
            <a:fillRect/>
          </a:stretch>
        </p:blipFill>
        <p:spPr>
          <a:xfrm>
            <a:off x="9603757" y="329805"/>
            <a:ext cx="185613" cy="148491"/>
          </a:xfrm>
          <a:prstGeom prst="rect">
            <a:avLst/>
          </a:prstGeom>
        </p:spPr>
      </p:pic>
      <p:pic>
        <p:nvPicPr>
          <p:cNvPr id="5" name="Image 3" descr="preencoded.png"/>
          <p:cNvPicPr>
            <a:picLocks noChangeAspect="1"/>
          </p:cNvPicPr>
          <p:nvPr/>
        </p:nvPicPr>
        <p:blipFill>
          <a:blip r:embed="rId6"/>
          <a:stretch>
            <a:fillRect/>
          </a:stretch>
        </p:blipFill>
        <p:spPr>
          <a:xfrm>
            <a:off x="371227" y="1118662"/>
            <a:ext cx="11136809" cy="1299294"/>
          </a:xfrm>
          <a:prstGeom prst="rect">
            <a:avLst/>
          </a:prstGeom>
        </p:spPr>
      </p:pic>
      <p:pic>
        <p:nvPicPr>
          <p:cNvPr id="6" name="Image 4" descr="preencoded.png"/>
          <p:cNvPicPr>
            <a:picLocks noChangeAspect="1"/>
          </p:cNvPicPr>
          <p:nvPr/>
        </p:nvPicPr>
        <p:blipFill>
          <a:blip r:embed="rId7"/>
          <a:stretch>
            <a:fillRect/>
          </a:stretch>
        </p:blipFill>
        <p:spPr>
          <a:xfrm>
            <a:off x="556841" y="1304275"/>
            <a:ext cx="194894" cy="296982"/>
          </a:xfrm>
          <a:prstGeom prst="rect">
            <a:avLst/>
          </a:prstGeom>
        </p:spPr>
      </p:pic>
      <p:pic>
        <p:nvPicPr>
          <p:cNvPr id="7" name="Image 5" descr="preencoded.png"/>
          <p:cNvPicPr>
            <a:picLocks noChangeAspect="1"/>
          </p:cNvPicPr>
          <p:nvPr/>
        </p:nvPicPr>
        <p:blipFill>
          <a:blip r:embed="rId8"/>
          <a:stretch>
            <a:fillRect/>
          </a:stretch>
        </p:blipFill>
        <p:spPr>
          <a:xfrm>
            <a:off x="371227" y="2714938"/>
            <a:ext cx="3563779" cy="2115994"/>
          </a:xfrm>
          <a:prstGeom prst="rect">
            <a:avLst/>
          </a:prstGeom>
        </p:spPr>
      </p:pic>
      <p:pic>
        <p:nvPicPr>
          <p:cNvPr id="8" name="Image 6" descr="preencoded.png"/>
          <p:cNvPicPr>
            <a:picLocks noChangeAspect="1"/>
          </p:cNvPicPr>
          <p:nvPr/>
        </p:nvPicPr>
        <p:blipFill>
          <a:blip r:embed="rId9"/>
          <a:stretch>
            <a:fillRect/>
          </a:stretch>
        </p:blipFill>
        <p:spPr>
          <a:xfrm>
            <a:off x="556840" y="2900551"/>
            <a:ext cx="556840" cy="556840"/>
          </a:xfrm>
          <a:prstGeom prst="rect">
            <a:avLst/>
          </a:prstGeom>
        </p:spPr>
      </p:pic>
      <p:pic>
        <p:nvPicPr>
          <p:cNvPr id="9" name="Image 7" descr="preencoded.png"/>
          <p:cNvPicPr>
            <a:picLocks noChangeAspect="1"/>
          </p:cNvPicPr>
          <p:nvPr/>
        </p:nvPicPr>
        <p:blipFill>
          <a:blip r:embed="rId10"/>
          <a:stretch>
            <a:fillRect/>
          </a:stretch>
        </p:blipFill>
        <p:spPr>
          <a:xfrm>
            <a:off x="658927" y="3011919"/>
            <a:ext cx="352666" cy="334104"/>
          </a:xfrm>
          <a:prstGeom prst="rect">
            <a:avLst/>
          </a:prstGeom>
        </p:spPr>
      </p:pic>
      <p:pic>
        <p:nvPicPr>
          <p:cNvPr id="10" name="Image 8" descr="preencoded.png"/>
          <p:cNvPicPr>
            <a:picLocks noChangeAspect="1"/>
          </p:cNvPicPr>
          <p:nvPr/>
        </p:nvPicPr>
        <p:blipFill>
          <a:blip r:embed="rId11"/>
          <a:stretch>
            <a:fillRect/>
          </a:stretch>
        </p:blipFill>
        <p:spPr>
          <a:xfrm>
            <a:off x="705331" y="3643005"/>
            <a:ext cx="148491" cy="148491"/>
          </a:xfrm>
          <a:prstGeom prst="rect">
            <a:avLst/>
          </a:prstGeom>
        </p:spPr>
      </p:pic>
      <p:pic>
        <p:nvPicPr>
          <p:cNvPr id="11" name="Image 9" descr="preencoded.png"/>
          <p:cNvPicPr>
            <a:picLocks noChangeAspect="1"/>
          </p:cNvPicPr>
          <p:nvPr/>
        </p:nvPicPr>
        <p:blipFill>
          <a:blip r:embed="rId11"/>
          <a:stretch>
            <a:fillRect/>
          </a:stretch>
        </p:blipFill>
        <p:spPr>
          <a:xfrm>
            <a:off x="705331" y="3939987"/>
            <a:ext cx="148491" cy="148491"/>
          </a:xfrm>
          <a:prstGeom prst="rect">
            <a:avLst/>
          </a:prstGeom>
        </p:spPr>
      </p:pic>
      <p:pic>
        <p:nvPicPr>
          <p:cNvPr id="12" name="Image 10" descr="preencoded.png"/>
          <p:cNvPicPr>
            <a:picLocks noChangeAspect="1"/>
          </p:cNvPicPr>
          <p:nvPr/>
        </p:nvPicPr>
        <p:blipFill>
          <a:blip r:embed="rId11"/>
          <a:stretch>
            <a:fillRect/>
          </a:stretch>
        </p:blipFill>
        <p:spPr>
          <a:xfrm>
            <a:off x="705331" y="4236968"/>
            <a:ext cx="148491" cy="148491"/>
          </a:xfrm>
          <a:prstGeom prst="rect">
            <a:avLst/>
          </a:prstGeom>
        </p:spPr>
      </p:pic>
      <p:pic>
        <p:nvPicPr>
          <p:cNvPr id="13" name="Image 11" descr="preencoded.png"/>
          <p:cNvPicPr>
            <a:picLocks noChangeAspect="1"/>
          </p:cNvPicPr>
          <p:nvPr/>
        </p:nvPicPr>
        <p:blipFill>
          <a:blip r:embed="rId12"/>
          <a:stretch>
            <a:fillRect/>
          </a:stretch>
        </p:blipFill>
        <p:spPr>
          <a:xfrm>
            <a:off x="4157742" y="2714938"/>
            <a:ext cx="3563779" cy="2115994"/>
          </a:xfrm>
          <a:prstGeom prst="rect">
            <a:avLst/>
          </a:prstGeom>
        </p:spPr>
      </p:pic>
      <p:pic>
        <p:nvPicPr>
          <p:cNvPr id="14" name="Image 12" descr="preencoded.png"/>
          <p:cNvPicPr>
            <a:picLocks noChangeAspect="1"/>
          </p:cNvPicPr>
          <p:nvPr/>
        </p:nvPicPr>
        <p:blipFill>
          <a:blip r:embed="rId13"/>
          <a:stretch>
            <a:fillRect/>
          </a:stretch>
        </p:blipFill>
        <p:spPr>
          <a:xfrm>
            <a:off x="4343355" y="2900551"/>
            <a:ext cx="556840" cy="556840"/>
          </a:xfrm>
          <a:prstGeom prst="rect">
            <a:avLst/>
          </a:prstGeom>
        </p:spPr>
      </p:pic>
      <p:pic>
        <p:nvPicPr>
          <p:cNvPr id="15" name="Image 13" descr="preencoded.png"/>
          <p:cNvPicPr>
            <a:picLocks noChangeAspect="1"/>
          </p:cNvPicPr>
          <p:nvPr/>
        </p:nvPicPr>
        <p:blipFill>
          <a:blip r:embed="rId14"/>
          <a:stretch>
            <a:fillRect/>
          </a:stretch>
        </p:blipFill>
        <p:spPr>
          <a:xfrm>
            <a:off x="4482565" y="3011919"/>
            <a:ext cx="278420" cy="334104"/>
          </a:xfrm>
          <a:prstGeom prst="rect">
            <a:avLst/>
          </a:prstGeom>
        </p:spPr>
      </p:pic>
      <p:pic>
        <p:nvPicPr>
          <p:cNvPr id="16" name="Image 14" descr="preencoded.png"/>
          <p:cNvPicPr>
            <a:picLocks noChangeAspect="1"/>
          </p:cNvPicPr>
          <p:nvPr/>
        </p:nvPicPr>
        <p:blipFill>
          <a:blip r:embed="rId15"/>
          <a:stretch>
            <a:fillRect/>
          </a:stretch>
        </p:blipFill>
        <p:spPr>
          <a:xfrm>
            <a:off x="4491846" y="3643005"/>
            <a:ext cx="148491" cy="148491"/>
          </a:xfrm>
          <a:prstGeom prst="rect">
            <a:avLst/>
          </a:prstGeom>
        </p:spPr>
      </p:pic>
      <p:pic>
        <p:nvPicPr>
          <p:cNvPr id="17" name="Image 15" descr="preencoded.png"/>
          <p:cNvPicPr>
            <a:picLocks noChangeAspect="1"/>
          </p:cNvPicPr>
          <p:nvPr/>
        </p:nvPicPr>
        <p:blipFill>
          <a:blip r:embed="rId15"/>
          <a:stretch>
            <a:fillRect/>
          </a:stretch>
        </p:blipFill>
        <p:spPr>
          <a:xfrm>
            <a:off x="4491846" y="4162723"/>
            <a:ext cx="148491" cy="148491"/>
          </a:xfrm>
          <a:prstGeom prst="rect">
            <a:avLst/>
          </a:prstGeom>
        </p:spPr>
      </p:pic>
      <p:pic>
        <p:nvPicPr>
          <p:cNvPr id="18" name="Image 16" descr="preencoded.png"/>
          <p:cNvPicPr>
            <a:picLocks noChangeAspect="1"/>
          </p:cNvPicPr>
          <p:nvPr/>
        </p:nvPicPr>
        <p:blipFill>
          <a:blip r:embed="rId15"/>
          <a:stretch>
            <a:fillRect/>
          </a:stretch>
        </p:blipFill>
        <p:spPr>
          <a:xfrm>
            <a:off x="4491846" y="4459704"/>
            <a:ext cx="148491" cy="148491"/>
          </a:xfrm>
          <a:prstGeom prst="rect">
            <a:avLst/>
          </a:prstGeom>
        </p:spPr>
      </p:pic>
      <p:pic>
        <p:nvPicPr>
          <p:cNvPr id="19" name="Image 17" descr="preencoded.png"/>
          <p:cNvPicPr>
            <a:picLocks noChangeAspect="1"/>
          </p:cNvPicPr>
          <p:nvPr/>
        </p:nvPicPr>
        <p:blipFill>
          <a:blip r:embed="rId16"/>
          <a:stretch>
            <a:fillRect/>
          </a:stretch>
        </p:blipFill>
        <p:spPr>
          <a:xfrm>
            <a:off x="7944256" y="2714938"/>
            <a:ext cx="3563779" cy="2115994"/>
          </a:xfrm>
          <a:prstGeom prst="rect">
            <a:avLst/>
          </a:prstGeom>
        </p:spPr>
      </p:pic>
      <p:pic>
        <p:nvPicPr>
          <p:cNvPr id="20" name="Image 18" descr="preencoded.png"/>
          <p:cNvPicPr>
            <a:picLocks noChangeAspect="1"/>
          </p:cNvPicPr>
          <p:nvPr/>
        </p:nvPicPr>
        <p:blipFill>
          <a:blip r:embed="rId17"/>
          <a:stretch>
            <a:fillRect/>
          </a:stretch>
        </p:blipFill>
        <p:spPr>
          <a:xfrm>
            <a:off x="8129870" y="2900551"/>
            <a:ext cx="556840" cy="556840"/>
          </a:xfrm>
          <a:prstGeom prst="rect">
            <a:avLst/>
          </a:prstGeom>
        </p:spPr>
      </p:pic>
      <p:pic>
        <p:nvPicPr>
          <p:cNvPr id="21" name="Image 19" descr="preencoded.png"/>
          <p:cNvPicPr>
            <a:picLocks noChangeAspect="1"/>
          </p:cNvPicPr>
          <p:nvPr/>
        </p:nvPicPr>
        <p:blipFill>
          <a:blip r:embed="rId18"/>
          <a:stretch>
            <a:fillRect/>
          </a:stretch>
        </p:blipFill>
        <p:spPr>
          <a:xfrm>
            <a:off x="8250519" y="3011919"/>
            <a:ext cx="315543" cy="334104"/>
          </a:xfrm>
          <a:prstGeom prst="rect">
            <a:avLst/>
          </a:prstGeom>
        </p:spPr>
      </p:pic>
      <p:pic>
        <p:nvPicPr>
          <p:cNvPr id="22" name="Image 20" descr="preencoded.png"/>
          <p:cNvPicPr>
            <a:picLocks noChangeAspect="1"/>
          </p:cNvPicPr>
          <p:nvPr/>
        </p:nvPicPr>
        <p:blipFill>
          <a:blip r:embed="rId19"/>
          <a:stretch>
            <a:fillRect/>
          </a:stretch>
        </p:blipFill>
        <p:spPr>
          <a:xfrm>
            <a:off x="8278361" y="3643005"/>
            <a:ext cx="148491" cy="148491"/>
          </a:xfrm>
          <a:prstGeom prst="rect">
            <a:avLst/>
          </a:prstGeom>
        </p:spPr>
      </p:pic>
      <p:pic>
        <p:nvPicPr>
          <p:cNvPr id="23" name="Image 21" descr="preencoded.png"/>
          <p:cNvPicPr>
            <a:picLocks noChangeAspect="1"/>
          </p:cNvPicPr>
          <p:nvPr/>
        </p:nvPicPr>
        <p:blipFill>
          <a:blip r:embed="rId19"/>
          <a:stretch>
            <a:fillRect/>
          </a:stretch>
        </p:blipFill>
        <p:spPr>
          <a:xfrm>
            <a:off x="8278361" y="3939987"/>
            <a:ext cx="148491" cy="148491"/>
          </a:xfrm>
          <a:prstGeom prst="rect">
            <a:avLst/>
          </a:prstGeom>
        </p:spPr>
      </p:pic>
      <p:pic>
        <p:nvPicPr>
          <p:cNvPr id="24" name="Image 22" descr="preencoded.png"/>
          <p:cNvPicPr>
            <a:picLocks noChangeAspect="1"/>
          </p:cNvPicPr>
          <p:nvPr/>
        </p:nvPicPr>
        <p:blipFill>
          <a:blip r:embed="rId19"/>
          <a:stretch>
            <a:fillRect/>
          </a:stretch>
        </p:blipFill>
        <p:spPr>
          <a:xfrm>
            <a:off x="8278361" y="4236968"/>
            <a:ext cx="148491" cy="148491"/>
          </a:xfrm>
          <a:prstGeom prst="rect">
            <a:avLst/>
          </a:prstGeom>
        </p:spPr>
      </p:pic>
      <p:pic>
        <p:nvPicPr>
          <p:cNvPr id="25" name="Image 23" descr="preencoded.png"/>
          <p:cNvPicPr>
            <a:picLocks noChangeAspect="1"/>
          </p:cNvPicPr>
          <p:nvPr/>
        </p:nvPicPr>
        <p:blipFill>
          <a:blip r:embed="rId20"/>
          <a:stretch>
            <a:fillRect/>
          </a:stretch>
        </p:blipFill>
        <p:spPr>
          <a:xfrm>
            <a:off x="371227" y="5424895"/>
            <a:ext cx="11136809" cy="965190"/>
          </a:xfrm>
          <a:prstGeom prst="rect">
            <a:avLst/>
          </a:prstGeom>
        </p:spPr>
      </p:pic>
      <p:pic>
        <p:nvPicPr>
          <p:cNvPr id="26" name="Image 24" descr="preencoded.png"/>
          <p:cNvPicPr>
            <a:picLocks noChangeAspect="1"/>
          </p:cNvPicPr>
          <p:nvPr/>
        </p:nvPicPr>
        <p:blipFill>
          <a:blip r:embed="rId21"/>
          <a:stretch>
            <a:fillRect/>
          </a:stretch>
        </p:blipFill>
        <p:spPr>
          <a:xfrm>
            <a:off x="556841" y="5610508"/>
            <a:ext cx="139210" cy="259859"/>
          </a:xfrm>
          <a:prstGeom prst="rect">
            <a:avLst/>
          </a:prstGeom>
        </p:spPr>
      </p:pic>
      <p:pic>
        <p:nvPicPr>
          <p:cNvPr id="27" name="Image 25" descr="preencoded.png"/>
          <p:cNvPicPr>
            <a:picLocks noChangeAspect="1"/>
          </p:cNvPicPr>
          <p:nvPr/>
        </p:nvPicPr>
        <p:blipFill>
          <a:blip r:embed="rId22"/>
          <a:stretch>
            <a:fillRect/>
          </a:stretch>
        </p:blipFill>
        <p:spPr>
          <a:xfrm>
            <a:off x="890944" y="6018858"/>
            <a:ext cx="148491" cy="148491"/>
          </a:xfrm>
          <a:prstGeom prst="rect">
            <a:avLst/>
          </a:prstGeom>
        </p:spPr>
      </p:pic>
      <p:pic>
        <p:nvPicPr>
          <p:cNvPr id="28" name="Image 26" descr="preencoded.png"/>
          <p:cNvPicPr>
            <a:picLocks noChangeAspect="1"/>
          </p:cNvPicPr>
          <p:nvPr/>
        </p:nvPicPr>
        <p:blipFill>
          <a:blip r:embed="rId23"/>
          <a:stretch>
            <a:fillRect/>
          </a:stretch>
        </p:blipFill>
        <p:spPr>
          <a:xfrm>
            <a:off x="6180928" y="6018858"/>
            <a:ext cx="148491" cy="148491"/>
          </a:xfrm>
          <a:prstGeom prst="rect">
            <a:avLst/>
          </a:prstGeom>
        </p:spPr>
      </p:pic>
      <p:sp>
        <p:nvSpPr>
          <p:cNvPr id="29" name="Text 0"/>
          <p:cNvSpPr/>
          <p:nvPr/>
        </p:nvSpPr>
        <p:spPr>
          <a:xfrm>
            <a:off x="371227" y="227717"/>
            <a:ext cx="5773565"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Key Feature: AMI Sharing</a:t>
            </a:r>
            <a:endParaRPr lang="en-US" sz="2631" dirty="0"/>
          </a:p>
        </p:txBody>
      </p:sp>
      <p:sp>
        <p:nvSpPr>
          <p:cNvPr id="30" name="Text 1"/>
          <p:cNvSpPr/>
          <p:nvPr/>
        </p:nvSpPr>
        <p:spPr>
          <a:xfrm>
            <a:off x="9863616" y="301963"/>
            <a:ext cx="2285134"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Amazon Web Services</a:t>
            </a:r>
            <a:endParaRPr lang="en-US" sz="1169" dirty="0"/>
          </a:p>
        </p:txBody>
      </p:sp>
      <p:sp>
        <p:nvSpPr>
          <p:cNvPr id="31" name="Text 2"/>
          <p:cNvSpPr/>
          <p:nvPr/>
        </p:nvSpPr>
        <p:spPr>
          <a:xfrm>
            <a:off x="863102" y="1304275"/>
            <a:ext cx="3335300"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AMI Sharing Overview</a:t>
            </a:r>
            <a:endParaRPr lang="en-US" sz="1754" dirty="0"/>
          </a:p>
        </p:txBody>
      </p:sp>
      <p:sp>
        <p:nvSpPr>
          <p:cNvPr id="32" name="Text 3"/>
          <p:cNvSpPr/>
          <p:nvPr/>
        </p:nvSpPr>
        <p:spPr>
          <a:xfrm>
            <a:off x="890945" y="1712625"/>
            <a:ext cx="10431477" cy="519718"/>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AMI sharing is a powerful feature that allows you to make your custom AMIs available to specific AWS accounts, the public, or through AWS Marketplace for commercial distribution.</a:t>
            </a:r>
            <a:endParaRPr lang="en-US" sz="1315" dirty="0"/>
          </a:p>
        </p:txBody>
      </p:sp>
      <p:sp>
        <p:nvSpPr>
          <p:cNvPr id="33" name="Text 4"/>
          <p:cNvSpPr/>
          <p:nvPr/>
        </p:nvSpPr>
        <p:spPr>
          <a:xfrm>
            <a:off x="1262171" y="3049042"/>
            <a:ext cx="1953640"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Private Sharing</a:t>
            </a:r>
            <a:endParaRPr lang="en-US" sz="1461" dirty="0"/>
          </a:p>
        </p:txBody>
      </p:sp>
      <p:sp>
        <p:nvSpPr>
          <p:cNvPr id="34" name="Text 5"/>
          <p:cNvSpPr/>
          <p:nvPr/>
        </p:nvSpPr>
        <p:spPr>
          <a:xfrm>
            <a:off x="928067" y="3605883"/>
            <a:ext cx="2996324"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Share with specific AWS accounts</a:t>
            </a:r>
            <a:endParaRPr lang="en-US" sz="1169" dirty="0"/>
          </a:p>
        </p:txBody>
      </p:sp>
      <p:sp>
        <p:nvSpPr>
          <p:cNvPr id="35" name="Text 6"/>
          <p:cNvSpPr/>
          <p:nvPr/>
        </p:nvSpPr>
        <p:spPr>
          <a:xfrm>
            <a:off x="928068" y="3902864"/>
            <a:ext cx="2552244"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Maintain control over access</a:t>
            </a:r>
            <a:endParaRPr lang="en-US" sz="1169" dirty="0"/>
          </a:p>
        </p:txBody>
      </p:sp>
      <p:sp>
        <p:nvSpPr>
          <p:cNvPr id="36" name="Text 7"/>
          <p:cNvSpPr/>
          <p:nvPr/>
        </p:nvSpPr>
        <p:spPr>
          <a:xfrm>
            <a:off x="928068" y="4199846"/>
            <a:ext cx="2214310"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Use case: Internal teams</a:t>
            </a:r>
            <a:endParaRPr lang="en-US" sz="1169" dirty="0"/>
          </a:p>
        </p:txBody>
      </p:sp>
      <p:sp>
        <p:nvSpPr>
          <p:cNvPr id="37" name="Text 8"/>
          <p:cNvSpPr/>
          <p:nvPr/>
        </p:nvSpPr>
        <p:spPr>
          <a:xfrm>
            <a:off x="5048686" y="3049042"/>
            <a:ext cx="1817040"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Public Sharing</a:t>
            </a:r>
            <a:endParaRPr lang="en-US" sz="1461" dirty="0"/>
          </a:p>
        </p:txBody>
      </p:sp>
      <p:sp>
        <p:nvSpPr>
          <p:cNvPr id="38" name="Text 9"/>
          <p:cNvSpPr/>
          <p:nvPr/>
        </p:nvSpPr>
        <p:spPr>
          <a:xfrm>
            <a:off x="4714582" y="3605883"/>
            <a:ext cx="2821325"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Make AMI available to all AWS accounts</a:t>
            </a:r>
            <a:endParaRPr lang="en-US" sz="1169" dirty="0"/>
          </a:p>
        </p:txBody>
      </p:sp>
      <p:sp>
        <p:nvSpPr>
          <p:cNvPr id="39" name="Text 10"/>
          <p:cNvSpPr/>
          <p:nvPr/>
        </p:nvSpPr>
        <p:spPr>
          <a:xfrm>
            <a:off x="4714583" y="4125600"/>
            <a:ext cx="2815698"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Use case: Open-source projects</a:t>
            </a:r>
            <a:endParaRPr lang="en-US" sz="1169" dirty="0"/>
          </a:p>
        </p:txBody>
      </p:sp>
      <p:sp>
        <p:nvSpPr>
          <p:cNvPr id="40" name="Text 11"/>
          <p:cNvSpPr/>
          <p:nvPr/>
        </p:nvSpPr>
        <p:spPr>
          <a:xfrm>
            <a:off x="4714582" y="4422582"/>
            <a:ext cx="1678526"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No cost associated</a:t>
            </a:r>
            <a:endParaRPr lang="en-US" sz="1169" dirty="0"/>
          </a:p>
        </p:txBody>
      </p:sp>
      <p:sp>
        <p:nvSpPr>
          <p:cNvPr id="41" name="Text 12"/>
          <p:cNvSpPr/>
          <p:nvPr/>
        </p:nvSpPr>
        <p:spPr>
          <a:xfrm>
            <a:off x="8835202" y="3049042"/>
            <a:ext cx="2196735"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AWS Marketplace</a:t>
            </a:r>
            <a:endParaRPr lang="en-US" sz="1461" dirty="0"/>
          </a:p>
        </p:txBody>
      </p:sp>
      <p:sp>
        <p:nvSpPr>
          <p:cNvPr id="42" name="Text 13"/>
          <p:cNvSpPr/>
          <p:nvPr/>
        </p:nvSpPr>
        <p:spPr>
          <a:xfrm>
            <a:off x="8501097" y="3605883"/>
            <a:ext cx="1649988"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Monetize your AMI</a:t>
            </a:r>
            <a:endParaRPr lang="en-US" sz="1169" dirty="0"/>
          </a:p>
        </p:txBody>
      </p:sp>
      <p:sp>
        <p:nvSpPr>
          <p:cNvPr id="43" name="Text 14"/>
          <p:cNvSpPr/>
          <p:nvPr/>
        </p:nvSpPr>
        <p:spPr>
          <a:xfrm>
            <a:off x="8501097" y="3902864"/>
            <a:ext cx="2675967"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Reach broader customer base</a:t>
            </a:r>
            <a:endParaRPr lang="en-US" sz="1169" dirty="0"/>
          </a:p>
        </p:txBody>
      </p:sp>
      <p:sp>
        <p:nvSpPr>
          <p:cNvPr id="44" name="Text 15"/>
          <p:cNvSpPr/>
          <p:nvPr/>
        </p:nvSpPr>
        <p:spPr>
          <a:xfrm>
            <a:off x="8501097" y="4199846"/>
            <a:ext cx="2803518"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Use case: Commercial software</a:t>
            </a:r>
            <a:endParaRPr lang="en-US" sz="1169" dirty="0"/>
          </a:p>
        </p:txBody>
      </p:sp>
      <p:sp>
        <p:nvSpPr>
          <p:cNvPr id="45" name="Text 16"/>
          <p:cNvSpPr/>
          <p:nvPr/>
        </p:nvSpPr>
        <p:spPr>
          <a:xfrm>
            <a:off x="807419" y="5610508"/>
            <a:ext cx="1791460"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Best Practices</a:t>
            </a:r>
            <a:endParaRPr lang="en-US" sz="1461" dirty="0"/>
          </a:p>
        </p:txBody>
      </p:sp>
      <p:sp>
        <p:nvSpPr>
          <p:cNvPr id="46" name="Text 17"/>
          <p:cNvSpPr/>
          <p:nvPr/>
        </p:nvSpPr>
        <p:spPr>
          <a:xfrm>
            <a:off x="1113681" y="5981735"/>
            <a:ext cx="3856642"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Review permissions before sharing publicly</a:t>
            </a:r>
            <a:endParaRPr lang="en-US" sz="1169" dirty="0"/>
          </a:p>
        </p:txBody>
      </p:sp>
      <p:sp>
        <p:nvSpPr>
          <p:cNvPr id="47" name="Text 18"/>
          <p:cNvSpPr/>
          <p:nvPr/>
        </p:nvSpPr>
        <p:spPr>
          <a:xfrm>
            <a:off x="6403665" y="5981735"/>
            <a:ext cx="3500438"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Use AMI copying to modify permissions</a:t>
            </a:r>
            <a:endParaRPr lang="en-US" sz="1169"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6"/>
            <a:ext cx="11879263" cy="6756331"/>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668209"/>
          </a:xfrm>
          <a:prstGeom prst="rect">
            <a:avLst/>
          </a:prstGeom>
        </p:spPr>
      </p:pic>
      <p:pic>
        <p:nvPicPr>
          <p:cNvPr id="4" name="Image 2" descr="preencoded.png"/>
          <p:cNvPicPr>
            <a:picLocks noChangeAspect="1"/>
          </p:cNvPicPr>
          <p:nvPr/>
        </p:nvPicPr>
        <p:blipFill>
          <a:blip r:embed="rId5"/>
          <a:stretch>
            <a:fillRect/>
          </a:stretch>
        </p:blipFill>
        <p:spPr>
          <a:xfrm>
            <a:off x="9603757" y="329805"/>
            <a:ext cx="185613" cy="148491"/>
          </a:xfrm>
          <a:prstGeom prst="rect">
            <a:avLst/>
          </a:prstGeom>
        </p:spPr>
      </p:pic>
      <p:pic>
        <p:nvPicPr>
          <p:cNvPr id="5" name="Image 3" descr="preencoded.png"/>
          <p:cNvPicPr>
            <a:picLocks noChangeAspect="1"/>
          </p:cNvPicPr>
          <p:nvPr/>
        </p:nvPicPr>
        <p:blipFill>
          <a:blip r:embed="rId6"/>
          <a:stretch>
            <a:fillRect/>
          </a:stretch>
        </p:blipFill>
        <p:spPr>
          <a:xfrm>
            <a:off x="371227" y="1118662"/>
            <a:ext cx="222736" cy="296982"/>
          </a:xfrm>
          <a:prstGeom prst="rect">
            <a:avLst/>
          </a:prstGeom>
        </p:spPr>
      </p:pic>
      <p:pic>
        <p:nvPicPr>
          <p:cNvPr id="6" name="Image 4" descr="preencoded.png"/>
          <p:cNvPicPr>
            <a:picLocks noChangeAspect="1"/>
          </p:cNvPicPr>
          <p:nvPr/>
        </p:nvPicPr>
        <p:blipFill>
          <a:blip r:embed="rId7"/>
          <a:stretch>
            <a:fillRect/>
          </a:stretch>
        </p:blipFill>
        <p:spPr>
          <a:xfrm>
            <a:off x="371227" y="3049042"/>
            <a:ext cx="222736" cy="296982"/>
          </a:xfrm>
          <a:prstGeom prst="rect">
            <a:avLst/>
          </a:prstGeom>
        </p:spPr>
      </p:pic>
      <p:pic>
        <p:nvPicPr>
          <p:cNvPr id="7" name="Image 5" descr="preencoded.png"/>
          <p:cNvPicPr>
            <a:picLocks noChangeAspect="1"/>
          </p:cNvPicPr>
          <p:nvPr/>
        </p:nvPicPr>
        <p:blipFill>
          <a:blip r:embed="rId8"/>
          <a:stretch>
            <a:fillRect/>
          </a:stretch>
        </p:blipFill>
        <p:spPr>
          <a:xfrm>
            <a:off x="705331" y="3457392"/>
            <a:ext cx="4937318" cy="928067"/>
          </a:xfrm>
          <a:prstGeom prst="rect">
            <a:avLst/>
          </a:prstGeom>
        </p:spPr>
      </p:pic>
      <p:pic>
        <p:nvPicPr>
          <p:cNvPr id="8" name="Image 6" descr="preencoded.png"/>
          <p:cNvPicPr>
            <a:picLocks noChangeAspect="1"/>
          </p:cNvPicPr>
          <p:nvPr/>
        </p:nvPicPr>
        <p:blipFill>
          <a:blip r:embed="rId9"/>
          <a:stretch>
            <a:fillRect/>
          </a:stretch>
        </p:blipFill>
        <p:spPr>
          <a:xfrm>
            <a:off x="816699" y="3624444"/>
            <a:ext cx="148491" cy="148491"/>
          </a:xfrm>
          <a:prstGeom prst="rect">
            <a:avLst/>
          </a:prstGeom>
        </p:spPr>
      </p:pic>
      <p:pic>
        <p:nvPicPr>
          <p:cNvPr id="9" name="Image 7" descr="preencoded.png"/>
          <p:cNvPicPr>
            <a:picLocks noChangeAspect="1"/>
          </p:cNvPicPr>
          <p:nvPr/>
        </p:nvPicPr>
        <p:blipFill>
          <a:blip r:embed="rId8"/>
          <a:stretch>
            <a:fillRect/>
          </a:stretch>
        </p:blipFill>
        <p:spPr>
          <a:xfrm>
            <a:off x="705331" y="4496827"/>
            <a:ext cx="4937318" cy="928067"/>
          </a:xfrm>
          <a:prstGeom prst="rect">
            <a:avLst/>
          </a:prstGeom>
        </p:spPr>
      </p:pic>
      <p:pic>
        <p:nvPicPr>
          <p:cNvPr id="10" name="Image 8" descr="preencoded.png"/>
          <p:cNvPicPr>
            <a:picLocks noChangeAspect="1"/>
          </p:cNvPicPr>
          <p:nvPr/>
        </p:nvPicPr>
        <p:blipFill>
          <a:blip r:embed="rId10"/>
          <a:stretch>
            <a:fillRect/>
          </a:stretch>
        </p:blipFill>
        <p:spPr>
          <a:xfrm>
            <a:off x="816699" y="4663879"/>
            <a:ext cx="148491" cy="148491"/>
          </a:xfrm>
          <a:prstGeom prst="rect">
            <a:avLst/>
          </a:prstGeom>
        </p:spPr>
      </p:pic>
      <p:pic>
        <p:nvPicPr>
          <p:cNvPr id="11" name="Image 9" descr="preencoded.png"/>
          <p:cNvPicPr>
            <a:picLocks noChangeAspect="1"/>
          </p:cNvPicPr>
          <p:nvPr/>
        </p:nvPicPr>
        <p:blipFill>
          <a:blip r:embed="rId11"/>
          <a:stretch>
            <a:fillRect/>
          </a:stretch>
        </p:blipFill>
        <p:spPr>
          <a:xfrm>
            <a:off x="705331" y="5536263"/>
            <a:ext cx="4937318" cy="705331"/>
          </a:xfrm>
          <a:prstGeom prst="rect">
            <a:avLst/>
          </a:prstGeom>
        </p:spPr>
      </p:pic>
      <p:pic>
        <p:nvPicPr>
          <p:cNvPr id="12" name="Image 10" descr="preencoded.png"/>
          <p:cNvPicPr>
            <a:picLocks noChangeAspect="1"/>
          </p:cNvPicPr>
          <p:nvPr/>
        </p:nvPicPr>
        <p:blipFill>
          <a:blip r:embed="rId12"/>
          <a:stretch>
            <a:fillRect/>
          </a:stretch>
        </p:blipFill>
        <p:spPr>
          <a:xfrm>
            <a:off x="816699" y="5703315"/>
            <a:ext cx="167052" cy="148491"/>
          </a:xfrm>
          <a:prstGeom prst="rect">
            <a:avLst/>
          </a:prstGeom>
        </p:spPr>
      </p:pic>
      <p:pic>
        <p:nvPicPr>
          <p:cNvPr id="13" name="Image 11" descr="preencoded.png"/>
          <p:cNvPicPr>
            <a:picLocks noChangeAspect="1"/>
          </p:cNvPicPr>
          <p:nvPr/>
        </p:nvPicPr>
        <p:blipFill>
          <a:blip r:embed="rId13"/>
          <a:stretch>
            <a:fillRect/>
          </a:stretch>
        </p:blipFill>
        <p:spPr>
          <a:xfrm>
            <a:off x="8037063" y="1118662"/>
            <a:ext cx="1670521" cy="2041748"/>
          </a:xfrm>
          <a:prstGeom prst="rect">
            <a:avLst/>
          </a:prstGeom>
        </p:spPr>
      </p:pic>
      <p:pic>
        <p:nvPicPr>
          <p:cNvPr id="14" name="Image 12" descr="preencoded.png"/>
          <p:cNvPicPr>
            <a:picLocks noChangeAspect="1"/>
          </p:cNvPicPr>
          <p:nvPr/>
        </p:nvPicPr>
        <p:blipFill>
          <a:blip r:embed="rId14"/>
          <a:stretch>
            <a:fillRect/>
          </a:stretch>
        </p:blipFill>
        <p:spPr>
          <a:xfrm>
            <a:off x="8129870" y="1211469"/>
            <a:ext cx="1484908" cy="278420"/>
          </a:xfrm>
          <a:prstGeom prst="rect">
            <a:avLst/>
          </a:prstGeom>
        </p:spPr>
      </p:pic>
      <p:pic>
        <p:nvPicPr>
          <p:cNvPr id="15" name="Image 13" descr="preencoded.png"/>
          <p:cNvPicPr>
            <a:picLocks noChangeAspect="1"/>
          </p:cNvPicPr>
          <p:nvPr/>
        </p:nvPicPr>
        <p:blipFill>
          <a:blip r:embed="rId15"/>
          <a:stretch>
            <a:fillRect/>
          </a:stretch>
        </p:blipFill>
        <p:spPr>
          <a:xfrm>
            <a:off x="8129870" y="1582696"/>
            <a:ext cx="1484908" cy="278420"/>
          </a:xfrm>
          <a:prstGeom prst="rect">
            <a:avLst/>
          </a:prstGeom>
        </p:spPr>
      </p:pic>
      <p:pic>
        <p:nvPicPr>
          <p:cNvPr id="16" name="Image 14" descr="preencoded.png"/>
          <p:cNvPicPr>
            <a:picLocks noChangeAspect="1"/>
          </p:cNvPicPr>
          <p:nvPr/>
        </p:nvPicPr>
        <p:blipFill>
          <a:blip r:embed="rId16"/>
          <a:stretch>
            <a:fillRect/>
          </a:stretch>
        </p:blipFill>
        <p:spPr>
          <a:xfrm>
            <a:off x="8129870" y="1953923"/>
            <a:ext cx="1484908" cy="278420"/>
          </a:xfrm>
          <a:prstGeom prst="rect">
            <a:avLst/>
          </a:prstGeom>
        </p:spPr>
      </p:pic>
      <p:pic>
        <p:nvPicPr>
          <p:cNvPr id="17" name="Image 15" descr="preencoded.png"/>
          <p:cNvPicPr>
            <a:picLocks noChangeAspect="1"/>
          </p:cNvPicPr>
          <p:nvPr/>
        </p:nvPicPr>
        <p:blipFill>
          <a:blip r:embed="rId17"/>
          <a:stretch>
            <a:fillRect/>
          </a:stretch>
        </p:blipFill>
        <p:spPr>
          <a:xfrm>
            <a:off x="8129870" y="2325150"/>
            <a:ext cx="1484908" cy="278420"/>
          </a:xfrm>
          <a:prstGeom prst="rect">
            <a:avLst/>
          </a:prstGeom>
        </p:spPr>
      </p:pic>
      <p:pic>
        <p:nvPicPr>
          <p:cNvPr id="18" name="Image 16" descr="preencoded.png"/>
          <p:cNvPicPr>
            <a:picLocks noChangeAspect="1"/>
          </p:cNvPicPr>
          <p:nvPr/>
        </p:nvPicPr>
        <p:blipFill>
          <a:blip r:embed="rId18"/>
          <a:stretch>
            <a:fillRect/>
          </a:stretch>
        </p:blipFill>
        <p:spPr>
          <a:xfrm>
            <a:off x="8346370" y="2891270"/>
            <a:ext cx="167052" cy="148491"/>
          </a:xfrm>
          <a:prstGeom prst="rect">
            <a:avLst/>
          </a:prstGeom>
        </p:spPr>
      </p:pic>
      <p:pic>
        <p:nvPicPr>
          <p:cNvPr id="19" name="Image 17" descr="preencoded.png"/>
          <p:cNvPicPr>
            <a:picLocks noChangeAspect="1"/>
          </p:cNvPicPr>
          <p:nvPr/>
        </p:nvPicPr>
        <p:blipFill>
          <a:blip r:embed="rId19"/>
          <a:stretch>
            <a:fillRect/>
          </a:stretch>
        </p:blipFill>
        <p:spPr>
          <a:xfrm>
            <a:off x="6236612" y="3457392"/>
            <a:ext cx="5271423" cy="2078871"/>
          </a:xfrm>
          <a:prstGeom prst="rect">
            <a:avLst/>
          </a:prstGeom>
        </p:spPr>
      </p:pic>
      <p:pic>
        <p:nvPicPr>
          <p:cNvPr id="20" name="Image 18" descr="preencoded.png"/>
          <p:cNvPicPr>
            <a:picLocks noChangeAspect="1"/>
          </p:cNvPicPr>
          <p:nvPr/>
        </p:nvPicPr>
        <p:blipFill>
          <a:blip r:embed="rId20"/>
          <a:stretch>
            <a:fillRect/>
          </a:stretch>
        </p:blipFill>
        <p:spPr>
          <a:xfrm>
            <a:off x="6422226" y="3643005"/>
            <a:ext cx="232017" cy="259859"/>
          </a:xfrm>
          <a:prstGeom prst="rect">
            <a:avLst/>
          </a:prstGeom>
        </p:spPr>
      </p:pic>
      <p:sp>
        <p:nvSpPr>
          <p:cNvPr id="21" name="Text 0"/>
          <p:cNvSpPr/>
          <p:nvPr/>
        </p:nvSpPr>
        <p:spPr>
          <a:xfrm>
            <a:off x="371227" y="227717"/>
            <a:ext cx="7707716"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Key Feature: Golden AMI Strategy</a:t>
            </a:r>
            <a:endParaRPr lang="en-US" sz="2631" dirty="0"/>
          </a:p>
        </p:txBody>
      </p:sp>
      <p:sp>
        <p:nvSpPr>
          <p:cNvPr id="22" name="Text 1"/>
          <p:cNvSpPr/>
          <p:nvPr/>
        </p:nvSpPr>
        <p:spPr>
          <a:xfrm>
            <a:off x="9863616" y="301963"/>
            <a:ext cx="2285134"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Amazon Web Services</a:t>
            </a:r>
            <a:endParaRPr lang="en-US" sz="1169" dirty="0"/>
          </a:p>
        </p:txBody>
      </p:sp>
      <p:sp>
        <p:nvSpPr>
          <p:cNvPr id="23" name="Text 2"/>
          <p:cNvSpPr/>
          <p:nvPr/>
        </p:nvSpPr>
        <p:spPr>
          <a:xfrm>
            <a:off x="705331" y="1118662"/>
            <a:ext cx="3381414"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What is a Golden AMI?</a:t>
            </a:r>
            <a:endParaRPr lang="en-US" sz="1754" dirty="0"/>
          </a:p>
        </p:txBody>
      </p:sp>
      <p:sp>
        <p:nvSpPr>
          <p:cNvPr id="24" name="Text 3"/>
          <p:cNvSpPr/>
          <p:nvPr/>
        </p:nvSpPr>
        <p:spPr>
          <a:xfrm>
            <a:off x="705331" y="1527012"/>
            <a:ext cx="4937318" cy="1299294"/>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A standardized, pre-configured AMI that serves as the single source of truth for deploying applications across an organization. It contains a specific combination of operating system, middleware, and applications that have been validated and approved.</a:t>
            </a:r>
            <a:endParaRPr lang="en-US" sz="1315" dirty="0"/>
          </a:p>
        </p:txBody>
      </p:sp>
      <p:sp>
        <p:nvSpPr>
          <p:cNvPr id="25" name="Text 4"/>
          <p:cNvSpPr/>
          <p:nvPr/>
        </p:nvSpPr>
        <p:spPr>
          <a:xfrm>
            <a:off x="705331" y="3049042"/>
            <a:ext cx="1892562"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Key Benefits</a:t>
            </a:r>
            <a:endParaRPr lang="en-US" sz="1754" dirty="0"/>
          </a:p>
        </p:txBody>
      </p:sp>
      <p:sp>
        <p:nvSpPr>
          <p:cNvPr id="26" name="Text 5"/>
          <p:cNvSpPr/>
          <p:nvPr/>
        </p:nvSpPr>
        <p:spPr>
          <a:xfrm>
            <a:off x="1039435" y="3568760"/>
            <a:ext cx="1212172"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Consistency</a:t>
            </a:r>
            <a:endParaRPr lang="en-US" sz="1315" dirty="0"/>
          </a:p>
        </p:txBody>
      </p:sp>
      <p:sp>
        <p:nvSpPr>
          <p:cNvPr id="27" name="Text 6"/>
          <p:cNvSpPr/>
          <p:nvPr/>
        </p:nvSpPr>
        <p:spPr>
          <a:xfrm>
            <a:off x="1039435" y="3828619"/>
            <a:ext cx="4491846"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Ensures identical deployments across different environments and teams</a:t>
            </a:r>
            <a:endParaRPr lang="en-US" sz="1169" dirty="0"/>
          </a:p>
        </p:txBody>
      </p:sp>
      <p:sp>
        <p:nvSpPr>
          <p:cNvPr id="28" name="Text 7"/>
          <p:cNvSpPr/>
          <p:nvPr/>
        </p:nvSpPr>
        <p:spPr>
          <a:xfrm>
            <a:off x="1039435" y="4608195"/>
            <a:ext cx="1179979"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Compliance</a:t>
            </a:r>
            <a:endParaRPr lang="en-US" sz="1315" dirty="0"/>
          </a:p>
        </p:txBody>
      </p:sp>
      <p:sp>
        <p:nvSpPr>
          <p:cNvPr id="29" name="Text 8"/>
          <p:cNvSpPr/>
          <p:nvPr/>
        </p:nvSpPr>
        <p:spPr>
          <a:xfrm>
            <a:off x="1039435" y="4868054"/>
            <a:ext cx="4491846"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Standardizes security configurations and regulatory compliance</a:t>
            </a:r>
            <a:endParaRPr lang="en-US" sz="1169" dirty="0"/>
          </a:p>
        </p:txBody>
      </p:sp>
      <p:sp>
        <p:nvSpPr>
          <p:cNvPr id="30" name="Text 9"/>
          <p:cNvSpPr/>
          <p:nvPr/>
        </p:nvSpPr>
        <p:spPr>
          <a:xfrm>
            <a:off x="1057997" y="5647631"/>
            <a:ext cx="628534"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Speed</a:t>
            </a:r>
            <a:endParaRPr lang="en-US" sz="1315" dirty="0"/>
          </a:p>
        </p:txBody>
      </p:sp>
      <p:sp>
        <p:nvSpPr>
          <p:cNvPr id="31" name="Text 10"/>
          <p:cNvSpPr/>
          <p:nvPr/>
        </p:nvSpPr>
        <p:spPr>
          <a:xfrm>
            <a:off x="1039435" y="5907490"/>
            <a:ext cx="5390215"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Reduced deployment time from hours to minutes</a:t>
            </a:r>
            <a:endParaRPr lang="en-US" sz="1169" dirty="0"/>
          </a:p>
        </p:txBody>
      </p:sp>
      <p:sp>
        <p:nvSpPr>
          <p:cNvPr id="32" name="Text 11"/>
          <p:cNvSpPr/>
          <p:nvPr/>
        </p:nvSpPr>
        <p:spPr>
          <a:xfrm>
            <a:off x="8305768" y="1211469"/>
            <a:ext cx="1781889" cy="278420"/>
          </a:xfrm>
          <a:prstGeom prst="rect">
            <a:avLst/>
          </a:prstGeom>
          <a:noFill/>
          <a:ln/>
        </p:spPr>
        <p:txBody>
          <a:bodyPr vert="horz" wrap="square" lIns="0" tIns="0" rIns="0" bIns="0" rtlCol="0" anchor="t"/>
          <a:lstStyle/>
          <a:p>
            <a:pPr>
              <a:lnSpc>
                <a:spcPts val="1315"/>
              </a:lnSpc>
            </a:pPr>
            <a:r>
              <a:rPr lang="en-US" sz="877" b="1" dirty="0">
                <a:solidFill>
                  <a:srgbClr val="FFFFFF"/>
                </a:solidFill>
                <a:latin typeface="ui-sans-serif" pitchFamily="34" charset="0"/>
                <a:ea typeface="ui-sans-serif" pitchFamily="34" charset="-122"/>
                <a:cs typeface="ui-sans-serif" pitchFamily="34" charset="-120"/>
              </a:rPr>
              <a:t>Operating System</a:t>
            </a:r>
            <a:endParaRPr lang="en-US" sz="877" dirty="0"/>
          </a:p>
        </p:txBody>
      </p:sp>
      <p:sp>
        <p:nvSpPr>
          <p:cNvPr id="33" name="Text 12"/>
          <p:cNvSpPr/>
          <p:nvPr/>
        </p:nvSpPr>
        <p:spPr>
          <a:xfrm>
            <a:off x="8508928" y="1582696"/>
            <a:ext cx="1484908" cy="278420"/>
          </a:xfrm>
          <a:prstGeom prst="rect">
            <a:avLst/>
          </a:prstGeom>
          <a:noFill/>
          <a:ln/>
        </p:spPr>
        <p:txBody>
          <a:bodyPr vert="horz" wrap="square" lIns="0" tIns="0" rIns="0" bIns="0" rtlCol="0" anchor="t"/>
          <a:lstStyle/>
          <a:p>
            <a:pPr>
              <a:lnSpc>
                <a:spcPts val="1315"/>
              </a:lnSpc>
            </a:pPr>
            <a:r>
              <a:rPr lang="en-US" sz="877" b="1" dirty="0">
                <a:solidFill>
                  <a:srgbClr val="FFFFFF"/>
                </a:solidFill>
                <a:latin typeface="ui-sans-serif" pitchFamily="34" charset="0"/>
                <a:ea typeface="ui-sans-serif" pitchFamily="34" charset="-122"/>
                <a:cs typeface="ui-sans-serif" pitchFamily="34" charset="-120"/>
              </a:rPr>
              <a:t>Web Server</a:t>
            </a:r>
            <a:endParaRPr lang="en-US" sz="877" dirty="0"/>
          </a:p>
        </p:txBody>
      </p:sp>
      <p:sp>
        <p:nvSpPr>
          <p:cNvPr id="34" name="Text 13"/>
          <p:cNvSpPr/>
          <p:nvPr/>
        </p:nvSpPr>
        <p:spPr>
          <a:xfrm>
            <a:off x="8290832" y="1953923"/>
            <a:ext cx="1781889" cy="278420"/>
          </a:xfrm>
          <a:prstGeom prst="rect">
            <a:avLst/>
          </a:prstGeom>
          <a:noFill/>
          <a:ln/>
        </p:spPr>
        <p:txBody>
          <a:bodyPr vert="horz" wrap="square" lIns="0" tIns="0" rIns="0" bIns="0" rtlCol="0" anchor="t"/>
          <a:lstStyle/>
          <a:p>
            <a:pPr>
              <a:lnSpc>
                <a:spcPts val="1315"/>
              </a:lnSpc>
            </a:pPr>
            <a:r>
              <a:rPr lang="en-US" sz="877" b="1" dirty="0">
                <a:solidFill>
                  <a:srgbClr val="FFFFFF"/>
                </a:solidFill>
                <a:latin typeface="ui-sans-serif" pitchFamily="34" charset="0"/>
                <a:ea typeface="ui-sans-serif" pitchFamily="34" charset="-122"/>
                <a:cs typeface="ui-sans-serif" pitchFamily="34" charset="-120"/>
              </a:rPr>
              <a:t>Application Server</a:t>
            </a:r>
            <a:endParaRPr lang="en-US" sz="877" dirty="0"/>
          </a:p>
        </p:txBody>
      </p:sp>
      <p:sp>
        <p:nvSpPr>
          <p:cNvPr id="35" name="Text 14"/>
          <p:cNvSpPr/>
          <p:nvPr/>
        </p:nvSpPr>
        <p:spPr>
          <a:xfrm>
            <a:off x="8483986" y="2325150"/>
            <a:ext cx="1781889" cy="278420"/>
          </a:xfrm>
          <a:prstGeom prst="rect">
            <a:avLst/>
          </a:prstGeom>
          <a:noFill/>
          <a:ln/>
        </p:spPr>
        <p:txBody>
          <a:bodyPr vert="horz" wrap="square" lIns="0" tIns="0" rIns="0" bIns="0" rtlCol="0" anchor="t"/>
          <a:lstStyle/>
          <a:p>
            <a:pPr>
              <a:lnSpc>
                <a:spcPts val="1315"/>
              </a:lnSpc>
            </a:pPr>
            <a:r>
              <a:rPr lang="en-US" sz="877" b="1" dirty="0">
                <a:solidFill>
                  <a:srgbClr val="FFFFFF"/>
                </a:solidFill>
                <a:latin typeface="ui-sans-serif" pitchFamily="34" charset="0"/>
                <a:ea typeface="ui-sans-serif" pitchFamily="34" charset="-122"/>
                <a:cs typeface="ui-sans-serif" pitchFamily="34" charset="-120"/>
              </a:rPr>
              <a:t>Applications</a:t>
            </a:r>
            <a:endParaRPr lang="en-US" sz="877" dirty="0"/>
          </a:p>
        </p:txBody>
      </p:sp>
      <p:sp>
        <p:nvSpPr>
          <p:cNvPr id="36" name="Text 15"/>
          <p:cNvSpPr/>
          <p:nvPr/>
        </p:nvSpPr>
        <p:spPr>
          <a:xfrm>
            <a:off x="7870011" y="2863429"/>
            <a:ext cx="2004626" cy="222736"/>
          </a:xfrm>
          <a:prstGeom prst="rect">
            <a:avLst/>
          </a:prstGeom>
          <a:noFill/>
          <a:ln/>
        </p:spPr>
        <p:txBody>
          <a:bodyPr vert="horz" wrap="square" lIns="0" tIns="0" rIns="0" bIns="0" rtlCol="0" anchor="t"/>
          <a:lstStyle/>
          <a:p>
            <a:pPr algn="ctr">
              <a:lnSpc>
                <a:spcPts val="1754"/>
              </a:lnSpc>
            </a:pPr>
            <a:r>
              <a:rPr lang="en-US" sz="1169" dirty="0">
                <a:solidFill>
                  <a:srgbClr val="4B5563"/>
                </a:solidFill>
                <a:latin typeface="ui-sans-serif" pitchFamily="34" charset="0"/>
                <a:ea typeface="ui-sans-serif" pitchFamily="34" charset="-122"/>
                <a:cs typeface="ui-sans-serif" pitchFamily="34" charset="-120"/>
              </a:rPr>
              <a:t>Golden AMI</a:t>
            </a:r>
            <a:endParaRPr lang="en-US" sz="1169" dirty="0"/>
          </a:p>
        </p:txBody>
      </p:sp>
      <p:sp>
        <p:nvSpPr>
          <p:cNvPr id="37" name="Text 16"/>
          <p:cNvSpPr/>
          <p:nvPr/>
        </p:nvSpPr>
        <p:spPr>
          <a:xfrm>
            <a:off x="6765611" y="3643005"/>
            <a:ext cx="3161636"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Implementation Strategy</a:t>
            </a:r>
            <a:endParaRPr lang="en-US" sz="1461" dirty="0"/>
          </a:p>
        </p:txBody>
      </p:sp>
      <p:sp>
        <p:nvSpPr>
          <p:cNvPr id="38" name="Text 17"/>
          <p:cNvSpPr/>
          <p:nvPr/>
        </p:nvSpPr>
        <p:spPr>
          <a:xfrm>
            <a:off x="6607840" y="4218407"/>
            <a:ext cx="4714582" cy="445472"/>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Establish a central team responsible for maintaining the Golden AMI</a:t>
            </a:r>
            <a:endParaRPr lang="en-US" sz="1169" dirty="0"/>
          </a:p>
        </p:txBody>
      </p:sp>
      <p:sp>
        <p:nvSpPr>
          <p:cNvPr id="39" name="Text 18"/>
          <p:cNvSpPr/>
          <p:nvPr/>
        </p:nvSpPr>
        <p:spPr>
          <a:xfrm>
            <a:off x="6607839" y="4533950"/>
            <a:ext cx="5657499"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Implement a version control system for AMI updates</a:t>
            </a:r>
            <a:endParaRPr lang="en-US" sz="1169" dirty="0"/>
          </a:p>
        </p:txBody>
      </p:sp>
      <p:sp>
        <p:nvSpPr>
          <p:cNvPr id="40" name="Text 19"/>
          <p:cNvSpPr/>
          <p:nvPr/>
        </p:nvSpPr>
        <p:spPr>
          <a:xfrm>
            <a:off x="6607839" y="4830932"/>
            <a:ext cx="5657499"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Create a process for testing and validating changes</a:t>
            </a:r>
            <a:endParaRPr lang="en-US" sz="1169" dirty="0"/>
          </a:p>
        </p:txBody>
      </p:sp>
      <p:sp>
        <p:nvSpPr>
          <p:cNvPr id="41" name="Text 20"/>
          <p:cNvSpPr/>
          <p:nvPr/>
        </p:nvSpPr>
        <p:spPr>
          <a:xfrm>
            <a:off x="6607839" y="5127913"/>
            <a:ext cx="5657499"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Develop policies for AMI sharing and access control</a:t>
            </a:r>
            <a:endParaRPr lang="en-US" sz="1169"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668209"/>
          </a:xfrm>
          <a:prstGeom prst="rect">
            <a:avLst/>
          </a:prstGeom>
        </p:spPr>
      </p:pic>
      <p:pic>
        <p:nvPicPr>
          <p:cNvPr id="4" name="Image 2" descr="preencoded.png"/>
          <p:cNvPicPr>
            <a:picLocks noChangeAspect="1"/>
          </p:cNvPicPr>
          <p:nvPr/>
        </p:nvPicPr>
        <p:blipFill>
          <a:blip r:embed="rId5"/>
          <a:stretch>
            <a:fillRect/>
          </a:stretch>
        </p:blipFill>
        <p:spPr>
          <a:xfrm>
            <a:off x="9603757" y="329805"/>
            <a:ext cx="185613" cy="148491"/>
          </a:xfrm>
          <a:prstGeom prst="rect">
            <a:avLst/>
          </a:prstGeom>
        </p:spPr>
      </p:pic>
      <p:pic>
        <p:nvPicPr>
          <p:cNvPr id="5" name="Image 3" descr="preencoded.png"/>
          <p:cNvPicPr>
            <a:picLocks noChangeAspect="1"/>
          </p:cNvPicPr>
          <p:nvPr/>
        </p:nvPicPr>
        <p:blipFill>
          <a:blip r:embed="rId6"/>
          <a:stretch>
            <a:fillRect/>
          </a:stretch>
        </p:blipFill>
        <p:spPr>
          <a:xfrm>
            <a:off x="296981" y="1527011"/>
            <a:ext cx="3613227" cy="1522031"/>
          </a:xfrm>
          <a:prstGeom prst="rect">
            <a:avLst/>
          </a:prstGeom>
        </p:spPr>
      </p:pic>
      <p:pic>
        <p:nvPicPr>
          <p:cNvPr id="6" name="Image 4" descr="preencoded.png"/>
          <p:cNvPicPr>
            <a:picLocks noChangeAspect="1"/>
          </p:cNvPicPr>
          <p:nvPr/>
        </p:nvPicPr>
        <p:blipFill>
          <a:blip r:embed="rId7"/>
          <a:stretch>
            <a:fillRect/>
          </a:stretch>
        </p:blipFill>
        <p:spPr>
          <a:xfrm>
            <a:off x="482595" y="1712625"/>
            <a:ext cx="556840" cy="556840"/>
          </a:xfrm>
          <a:prstGeom prst="rect">
            <a:avLst/>
          </a:prstGeom>
        </p:spPr>
      </p:pic>
      <p:pic>
        <p:nvPicPr>
          <p:cNvPr id="7" name="Image 5" descr="preencoded.png"/>
          <p:cNvPicPr>
            <a:picLocks noChangeAspect="1"/>
          </p:cNvPicPr>
          <p:nvPr/>
        </p:nvPicPr>
        <p:blipFill>
          <a:blip r:embed="rId8"/>
          <a:stretch>
            <a:fillRect/>
          </a:stretch>
        </p:blipFill>
        <p:spPr>
          <a:xfrm>
            <a:off x="649647" y="1842554"/>
            <a:ext cx="222736" cy="296982"/>
          </a:xfrm>
          <a:prstGeom prst="rect">
            <a:avLst/>
          </a:prstGeom>
        </p:spPr>
      </p:pic>
      <p:pic>
        <p:nvPicPr>
          <p:cNvPr id="8" name="Image 6" descr="preencoded.png"/>
          <p:cNvPicPr>
            <a:picLocks noChangeAspect="1"/>
          </p:cNvPicPr>
          <p:nvPr/>
        </p:nvPicPr>
        <p:blipFill>
          <a:blip r:embed="rId9"/>
          <a:stretch>
            <a:fillRect/>
          </a:stretch>
        </p:blipFill>
        <p:spPr>
          <a:xfrm>
            <a:off x="4132944" y="1527011"/>
            <a:ext cx="3613227" cy="1522031"/>
          </a:xfrm>
          <a:prstGeom prst="rect">
            <a:avLst/>
          </a:prstGeom>
        </p:spPr>
      </p:pic>
      <p:pic>
        <p:nvPicPr>
          <p:cNvPr id="9" name="Image 7" descr="preencoded.png"/>
          <p:cNvPicPr>
            <a:picLocks noChangeAspect="1"/>
          </p:cNvPicPr>
          <p:nvPr/>
        </p:nvPicPr>
        <p:blipFill>
          <a:blip r:embed="rId10"/>
          <a:stretch>
            <a:fillRect/>
          </a:stretch>
        </p:blipFill>
        <p:spPr>
          <a:xfrm>
            <a:off x="4318558" y="1712625"/>
            <a:ext cx="556840" cy="556840"/>
          </a:xfrm>
          <a:prstGeom prst="rect">
            <a:avLst/>
          </a:prstGeom>
        </p:spPr>
      </p:pic>
      <p:pic>
        <p:nvPicPr>
          <p:cNvPr id="10" name="Image 8" descr="preencoded.png"/>
          <p:cNvPicPr>
            <a:picLocks noChangeAspect="1"/>
          </p:cNvPicPr>
          <p:nvPr/>
        </p:nvPicPr>
        <p:blipFill>
          <a:blip r:embed="rId11"/>
          <a:stretch>
            <a:fillRect/>
          </a:stretch>
        </p:blipFill>
        <p:spPr>
          <a:xfrm>
            <a:off x="4485610" y="1842554"/>
            <a:ext cx="222736" cy="296982"/>
          </a:xfrm>
          <a:prstGeom prst="rect">
            <a:avLst/>
          </a:prstGeom>
        </p:spPr>
      </p:pic>
      <p:pic>
        <p:nvPicPr>
          <p:cNvPr id="11" name="Image 9" descr="preencoded.png"/>
          <p:cNvPicPr>
            <a:picLocks noChangeAspect="1"/>
          </p:cNvPicPr>
          <p:nvPr/>
        </p:nvPicPr>
        <p:blipFill>
          <a:blip r:embed="rId12"/>
          <a:stretch>
            <a:fillRect/>
          </a:stretch>
        </p:blipFill>
        <p:spPr>
          <a:xfrm>
            <a:off x="7968909" y="1527011"/>
            <a:ext cx="3613372" cy="1522031"/>
          </a:xfrm>
          <a:prstGeom prst="rect">
            <a:avLst/>
          </a:prstGeom>
        </p:spPr>
      </p:pic>
      <p:pic>
        <p:nvPicPr>
          <p:cNvPr id="12" name="Image 10" descr="preencoded.png"/>
          <p:cNvPicPr>
            <a:picLocks noChangeAspect="1"/>
          </p:cNvPicPr>
          <p:nvPr/>
        </p:nvPicPr>
        <p:blipFill>
          <a:blip r:embed="rId13"/>
          <a:stretch>
            <a:fillRect/>
          </a:stretch>
        </p:blipFill>
        <p:spPr>
          <a:xfrm>
            <a:off x="8154522" y="1712625"/>
            <a:ext cx="556840" cy="556840"/>
          </a:xfrm>
          <a:prstGeom prst="rect">
            <a:avLst/>
          </a:prstGeom>
        </p:spPr>
      </p:pic>
      <p:pic>
        <p:nvPicPr>
          <p:cNvPr id="13" name="Image 11" descr="preencoded.png"/>
          <p:cNvPicPr>
            <a:picLocks noChangeAspect="1"/>
          </p:cNvPicPr>
          <p:nvPr/>
        </p:nvPicPr>
        <p:blipFill>
          <a:blip r:embed="rId14"/>
          <a:stretch>
            <a:fillRect/>
          </a:stretch>
        </p:blipFill>
        <p:spPr>
          <a:xfrm>
            <a:off x="8321574" y="1842554"/>
            <a:ext cx="222736" cy="296982"/>
          </a:xfrm>
          <a:prstGeom prst="rect">
            <a:avLst/>
          </a:prstGeom>
        </p:spPr>
      </p:pic>
      <p:pic>
        <p:nvPicPr>
          <p:cNvPr id="14" name="Image 12" descr="preencoded.png"/>
          <p:cNvPicPr>
            <a:picLocks noChangeAspect="1"/>
          </p:cNvPicPr>
          <p:nvPr/>
        </p:nvPicPr>
        <p:blipFill>
          <a:blip r:embed="rId15"/>
          <a:stretch>
            <a:fillRect/>
          </a:stretch>
        </p:blipFill>
        <p:spPr>
          <a:xfrm>
            <a:off x="296981" y="3271778"/>
            <a:ext cx="3613227" cy="1781889"/>
          </a:xfrm>
          <a:prstGeom prst="rect">
            <a:avLst/>
          </a:prstGeom>
        </p:spPr>
      </p:pic>
      <p:pic>
        <p:nvPicPr>
          <p:cNvPr id="15" name="Image 13" descr="preencoded.png"/>
          <p:cNvPicPr>
            <a:picLocks noChangeAspect="1"/>
          </p:cNvPicPr>
          <p:nvPr/>
        </p:nvPicPr>
        <p:blipFill>
          <a:blip r:embed="rId7"/>
          <a:stretch>
            <a:fillRect/>
          </a:stretch>
        </p:blipFill>
        <p:spPr>
          <a:xfrm>
            <a:off x="482595" y="3457392"/>
            <a:ext cx="556840" cy="556840"/>
          </a:xfrm>
          <a:prstGeom prst="rect">
            <a:avLst/>
          </a:prstGeom>
        </p:spPr>
      </p:pic>
      <p:pic>
        <p:nvPicPr>
          <p:cNvPr id="16" name="Image 14" descr="preencoded.png"/>
          <p:cNvPicPr>
            <a:picLocks noChangeAspect="1"/>
          </p:cNvPicPr>
          <p:nvPr/>
        </p:nvPicPr>
        <p:blipFill>
          <a:blip r:embed="rId16"/>
          <a:stretch>
            <a:fillRect/>
          </a:stretch>
        </p:blipFill>
        <p:spPr>
          <a:xfrm>
            <a:off x="663569" y="3587321"/>
            <a:ext cx="194894" cy="296982"/>
          </a:xfrm>
          <a:prstGeom prst="rect">
            <a:avLst/>
          </a:prstGeom>
        </p:spPr>
      </p:pic>
      <p:pic>
        <p:nvPicPr>
          <p:cNvPr id="17" name="Image 15" descr="preencoded.png"/>
          <p:cNvPicPr>
            <a:picLocks noChangeAspect="1"/>
          </p:cNvPicPr>
          <p:nvPr/>
        </p:nvPicPr>
        <p:blipFill>
          <a:blip r:embed="rId17"/>
          <a:stretch>
            <a:fillRect/>
          </a:stretch>
        </p:blipFill>
        <p:spPr>
          <a:xfrm>
            <a:off x="4132944" y="3271778"/>
            <a:ext cx="3613227" cy="1781889"/>
          </a:xfrm>
          <a:prstGeom prst="rect">
            <a:avLst/>
          </a:prstGeom>
        </p:spPr>
      </p:pic>
      <p:pic>
        <p:nvPicPr>
          <p:cNvPr id="18" name="Image 16" descr="preencoded.png"/>
          <p:cNvPicPr>
            <a:picLocks noChangeAspect="1"/>
          </p:cNvPicPr>
          <p:nvPr/>
        </p:nvPicPr>
        <p:blipFill>
          <a:blip r:embed="rId10"/>
          <a:stretch>
            <a:fillRect/>
          </a:stretch>
        </p:blipFill>
        <p:spPr>
          <a:xfrm>
            <a:off x="4318558" y="3457392"/>
            <a:ext cx="556840" cy="556840"/>
          </a:xfrm>
          <a:prstGeom prst="rect">
            <a:avLst/>
          </a:prstGeom>
        </p:spPr>
      </p:pic>
      <p:pic>
        <p:nvPicPr>
          <p:cNvPr id="19" name="Image 17" descr="preencoded.png"/>
          <p:cNvPicPr>
            <a:picLocks noChangeAspect="1"/>
          </p:cNvPicPr>
          <p:nvPr/>
        </p:nvPicPr>
        <p:blipFill>
          <a:blip r:embed="rId18"/>
          <a:stretch>
            <a:fillRect/>
          </a:stretch>
        </p:blipFill>
        <p:spPr>
          <a:xfrm>
            <a:off x="4457768" y="3587321"/>
            <a:ext cx="278420" cy="296982"/>
          </a:xfrm>
          <a:prstGeom prst="rect">
            <a:avLst/>
          </a:prstGeom>
        </p:spPr>
      </p:pic>
      <p:pic>
        <p:nvPicPr>
          <p:cNvPr id="20" name="Image 18" descr="preencoded.png"/>
          <p:cNvPicPr>
            <a:picLocks noChangeAspect="1"/>
          </p:cNvPicPr>
          <p:nvPr/>
        </p:nvPicPr>
        <p:blipFill>
          <a:blip r:embed="rId19"/>
          <a:stretch>
            <a:fillRect/>
          </a:stretch>
        </p:blipFill>
        <p:spPr>
          <a:xfrm>
            <a:off x="7968909" y="3271778"/>
            <a:ext cx="3613372" cy="1781889"/>
          </a:xfrm>
          <a:prstGeom prst="rect">
            <a:avLst/>
          </a:prstGeom>
        </p:spPr>
      </p:pic>
      <p:pic>
        <p:nvPicPr>
          <p:cNvPr id="21" name="Image 19" descr="preencoded.png"/>
          <p:cNvPicPr>
            <a:picLocks noChangeAspect="1"/>
          </p:cNvPicPr>
          <p:nvPr/>
        </p:nvPicPr>
        <p:blipFill>
          <a:blip r:embed="rId13"/>
          <a:stretch>
            <a:fillRect/>
          </a:stretch>
        </p:blipFill>
        <p:spPr>
          <a:xfrm>
            <a:off x="8154522" y="3457392"/>
            <a:ext cx="556840" cy="556840"/>
          </a:xfrm>
          <a:prstGeom prst="rect">
            <a:avLst/>
          </a:prstGeom>
        </p:spPr>
      </p:pic>
      <p:pic>
        <p:nvPicPr>
          <p:cNvPr id="22" name="Image 20" descr="preencoded.png"/>
          <p:cNvPicPr>
            <a:picLocks noChangeAspect="1"/>
          </p:cNvPicPr>
          <p:nvPr/>
        </p:nvPicPr>
        <p:blipFill>
          <a:blip r:embed="rId20"/>
          <a:stretch>
            <a:fillRect/>
          </a:stretch>
        </p:blipFill>
        <p:spPr>
          <a:xfrm>
            <a:off x="8321574" y="3587321"/>
            <a:ext cx="222736" cy="296982"/>
          </a:xfrm>
          <a:prstGeom prst="rect">
            <a:avLst/>
          </a:prstGeom>
        </p:spPr>
      </p:pic>
      <p:pic>
        <p:nvPicPr>
          <p:cNvPr id="23" name="Image 21" descr="preencoded.png"/>
          <p:cNvPicPr>
            <a:picLocks noChangeAspect="1"/>
          </p:cNvPicPr>
          <p:nvPr/>
        </p:nvPicPr>
        <p:blipFill>
          <a:blip r:embed="rId21"/>
          <a:stretch>
            <a:fillRect/>
          </a:stretch>
        </p:blipFill>
        <p:spPr>
          <a:xfrm>
            <a:off x="296982" y="5276404"/>
            <a:ext cx="11285299" cy="556840"/>
          </a:xfrm>
          <a:prstGeom prst="rect">
            <a:avLst/>
          </a:prstGeom>
        </p:spPr>
      </p:pic>
      <p:pic>
        <p:nvPicPr>
          <p:cNvPr id="24" name="Image 22" descr="preencoded.png"/>
          <p:cNvPicPr>
            <a:picLocks noChangeAspect="1"/>
          </p:cNvPicPr>
          <p:nvPr/>
        </p:nvPicPr>
        <p:blipFill>
          <a:blip r:embed="rId22"/>
          <a:stretch>
            <a:fillRect/>
          </a:stretch>
        </p:blipFill>
        <p:spPr>
          <a:xfrm>
            <a:off x="445473" y="5424894"/>
            <a:ext cx="139210" cy="259859"/>
          </a:xfrm>
          <a:prstGeom prst="rect">
            <a:avLst/>
          </a:prstGeom>
        </p:spPr>
      </p:pic>
      <p:sp>
        <p:nvSpPr>
          <p:cNvPr id="25" name="Text 0"/>
          <p:cNvSpPr/>
          <p:nvPr/>
        </p:nvSpPr>
        <p:spPr>
          <a:xfrm>
            <a:off x="371227" y="227717"/>
            <a:ext cx="2289659"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Use Cases</a:t>
            </a:r>
            <a:endParaRPr lang="en-US" sz="2631" dirty="0"/>
          </a:p>
        </p:txBody>
      </p:sp>
      <p:sp>
        <p:nvSpPr>
          <p:cNvPr id="26" name="Text 1"/>
          <p:cNvSpPr/>
          <p:nvPr/>
        </p:nvSpPr>
        <p:spPr>
          <a:xfrm>
            <a:off x="9863616" y="301963"/>
            <a:ext cx="2285134"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Amazon Web Services</a:t>
            </a:r>
            <a:endParaRPr lang="en-US" sz="1169" dirty="0"/>
          </a:p>
        </p:txBody>
      </p:sp>
      <p:sp>
        <p:nvSpPr>
          <p:cNvPr id="27" name="Text 2"/>
          <p:cNvSpPr/>
          <p:nvPr/>
        </p:nvSpPr>
        <p:spPr>
          <a:xfrm>
            <a:off x="296981" y="1044416"/>
            <a:ext cx="13542359"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AMIs provide significant value across various scenarios, enabling efficient and reliable cloud deployments.</a:t>
            </a:r>
            <a:endParaRPr lang="en-US" sz="1461" dirty="0"/>
          </a:p>
        </p:txBody>
      </p:sp>
      <p:sp>
        <p:nvSpPr>
          <p:cNvPr id="28" name="Text 3"/>
          <p:cNvSpPr/>
          <p:nvPr/>
        </p:nvSpPr>
        <p:spPr>
          <a:xfrm>
            <a:off x="1187926" y="1712625"/>
            <a:ext cx="3044003"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Rapid Deployment</a:t>
            </a:r>
            <a:endParaRPr lang="en-US" sz="1461" dirty="0"/>
          </a:p>
        </p:txBody>
      </p:sp>
      <p:sp>
        <p:nvSpPr>
          <p:cNvPr id="29" name="Text 4"/>
          <p:cNvSpPr/>
          <p:nvPr/>
        </p:nvSpPr>
        <p:spPr>
          <a:xfrm>
            <a:off x="1187926" y="2046729"/>
            <a:ext cx="2536669"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Launch EC2 instances with consistent configurations across different environments.</a:t>
            </a:r>
            <a:endParaRPr lang="en-US" sz="1169" dirty="0"/>
          </a:p>
        </p:txBody>
      </p:sp>
      <p:sp>
        <p:nvSpPr>
          <p:cNvPr id="30" name="Text 5"/>
          <p:cNvSpPr/>
          <p:nvPr/>
        </p:nvSpPr>
        <p:spPr>
          <a:xfrm>
            <a:off x="5023889" y="1712625"/>
            <a:ext cx="3044003"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Disaster Recovery</a:t>
            </a:r>
            <a:endParaRPr lang="en-US" sz="1461" dirty="0"/>
          </a:p>
        </p:txBody>
      </p:sp>
      <p:sp>
        <p:nvSpPr>
          <p:cNvPr id="31" name="Text 6"/>
          <p:cNvSpPr/>
          <p:nvPr/>
        </p:nvSpPr>
        <p:spPr>
          <a:xfrm>
            <a:off x="5023889" y="2046729"/>
            <a:ext cx="2536669"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Quickly recover resources in case of failures, ensuring business continuity.</a:t>
            </a:r>
            <a:endParaRPr lang="en-US" sz="1169" dirty="0"/>
          </a:p>
        </p:txBody>
      </p:sp>
      <p:sp>
        <p:nvSpPr>
          <p:cNvPr id="32" name="Text 7"/>
          <p:cNvSpPr/>
          <p:nvPr/>
        </p:nvSpPr>
        <p:spPr>
          <a:xfrm>
            <a:off x="8859854" y="1712625"/>
            <a:ext cx="3044177"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Standardization</a:t>
            </a:r>
            <a:endParaRPr lang="en-US" sz="1461" dirty="0"/>
          </a:p>
        </p:txBody>
      </p:sp>
      <p:sp>
        <p:nvSpPr>
          <p:cNvPr id="33" name="Text 8"/>
          <p:cNvSpPr/>
          <p:nvPr/>
        </p:nvSpPr>
        <p:spPr>
          <a:xfrm>
            <a:off x="8859854" y="2046729"/>
            <a:ext cx="2536814"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Ensure consistency across environments and instances, simplifying management.</a:t>
            </a:r>
            <a:endParaRPr lang="en-US" sz="1169" dirty="0"/>
          </a:p>
        </p:txBody>
      </p:sp>
      <p:sp>
        <p:nvSpPr>
          <p:cNvPr id="34" name="Text 9"/>
          <p:cNvSpPr/>
          <p:nvPr/>
        </p:nvSpPr>
        <p:spPr>
          <a:xfrm>
            <a:off x="1187926" y="3457392"/>
            <a:ext cx="2536669" cy="519718"/>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Immutable Infrastructure</a:t>
            </a:r>
            <a:endParaRPr lang="en-US" sz="1461" dirty="0"/>
          </a:p>
        </p:txBody>
      </p:sp>
      <p:sp>
        <p:nvSpPr>
          <p:cNvPr id="35" name="Text 10"/>
          <p:cNvSpPr/>
          <p:nvPr/>
        </p:nvSpPr>
        <p:spPr>
          <a:xfrm>
            <a:off x="1187926" y="4051355"/>
            <a:ext cx="2536669"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Replace instances rather than updating them, reducing configuration drift.</a:t>
            </a:r>
            <a:endParaRPr lang="en-US" sz="1169" dirty="0"/>
          </a:p>
        </p:txBody>
      </p:sp>
      <p:sp>
        <p:nvSpPr>
          <p:cNvPr id="36" name="Text 11"/>
          <p:cNvSpPr/>
          <p:nvPr/>
        </p:nvSpPr>
        <p:spPr>
          <a:xfrm>
            <a:off x="5023889" y="3457392"/>
            <a:ext cx="3044003"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Hybrid Cloud</a:t>
            </a:r>
            <a:endParaRPr lang="en-US" sz="1461" dirty="0"/>
          </a:p>
        </p:txBody>
      </p:sp>
      <p:sp>
        <p:nvSpPr>
          <p:cNvPr id="37" name="Text 12"/>
          <p:cNvSpPr/>
          <p:nvPr/>
        </p:nvSpPr>
        <p:spPr>
          <a:xfrm>
            <a:off x="5023889" y="3791496"/>
            <a:ext cx="2536669"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Use AMIs in both AWS and on-premises environments for consistent deployments.</a:t>
            </a:r>
            <a:endParaRPr lang="en-US" sz="1169" dirty="0"/>
          </a:p>
        </p:txBody>
      </p:sp>
      <p:sp>
        <p:nvSpPr>
          <p:cNvPr id="38" name="Text 13"/>
          <p:cNvSpPr/>
          <p:nvPr/>
        </p:nvSpPr>
        <p:spPr>
          <a:xfrm>
            <a:off x="8859854" y="3457392"/>
            <a:ext cx="3044177"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Cost Optimization</a:t>
            </a:r>
            <a:endParaRPr lang="en-US" sz="1461" dirty="0"/>
          </a:p>
        </p:txBody>
      </p:sp>
      <p:sp>
        <p:nvSpPr>
          <p:cNvPr id="39" name="Text 14"/>
          <p:cNvSpPr/>
          <p:nvPr/>
        </p:nvSpPr>
        <p:spPr>
          <a:xfrm>
            <a:off x="8859854" y="3791496"/>
            <a:ext cx="2536814"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Share AMIs across accounts and regions to reduce storage costs.</a:t>
            </a:r>
            <a:endParaRPr lang="en-US" sz="1169" dirty="0"/>
          </a:p>
        </p:txBody>
      </p:sp>
      <p:sp>
        <p:nvSpPr>
          <p:cNvPr id="40" name="Text 15"/>
          <p:cNvSpPr/>
          <p:nvPr/>
        </p:nvSpPr>
        <p:spPr>
          <a:xfrm>
            <a:off x="696050" y="5443456"/>
            <a:ext cx="9546507" cy="222736"/>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Key Benefit:</a:t>
            </a:r>
            <a:r>
              <a:rPr lang="en-US" sz="1169" dirty="0">
                <a:solidFill>
                  <a:srgbClr val="374151"/>
                </a:solidFill>
                <a:latin typeface="ui-sans-serif" pitchFamily="34" charset="0"/>
                <a:ea typeface="ui-sans-serif" pitchFamily="34" charset="-122"/>
                <a:cs typeface="ui-sans-serif" pitchFamily="34" charset="-120"/>
              </a:rPr>
              <a:t> AMIs provide a consistent foundation for applications across different deployment scenarios.</a:t>
            </a:r>
            <a:endParaRPr lang="en-US" sz="1169"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668209"/>
          </a:xfrm>
          <a:prstGeom prst="rect">
            <a:avLst/>
          </a:prstGeom>
        </p:spPr>
      </p:pic>
      <p:pic>
        <p:nvPicPr>
          <p:cNvPr id="4" name="Image 2" descr="preencoded.png"/>
          <p:cNvPicPr>
            <a:picLocks noChangeAspect="1"/>
          </p:cNvPicPr>
          <p:nvPr/>
        </p:nvPicPr>
        <p:blipFill>
          <a:blip r:embed="rId5"/>
          <a:stretch>
            <a:fillRect/>
          </a:stretch>
        </p:blipFill>
        <p:spPr>
          <a:xfrm>
            <a:off x="9603757" y="329805"/>
            <a:ext cx="185613" cy="148491"/>
          </a:xfrm>
          <a:prstGeom prst="rect">
            <a:avLst/>
          </a:prstGeom>
        </p:spPr>
      </p:pic>
      <p:pic>
        <p:nvPicPr>
          <p:cNvPr id="5" name="Image 3" descr="preencoded.png"/>
          <p:cNvPicPr>
            <a:picLocks noChangeAspect="1"/>
          </p:cNvPicPr>
          <p:nvPr/>
        </p:nvPicPr>
        <p:blipFill>
          <a:blip r:embed="rId6"/>
          <a:stretch>
            <a:fillRect/>
          </a:stretch>
        </p:blipFill>
        <p:spPr>
          <a:xfrm>
            <a:off x="296981" y="1044417"/>
            <a:ext cx="5531282" cy="4380478"/>
          </a:xfrm>
          <a:prstGeom prst="rect">
            <a:avLst/>
          </a:prstGeom>
        </p:spPr>
      </p:pic>
      <p:pic>
        <p:nvPicPr>
          <p:cNvPr id="6" name="Image 4" descr="preencoded.png"/>
          <p:cNvPicPr>
            <a:picLocks noChangeAspect="1"/>
          </p:cNvPicPr>
          <p:nvPr/>
        </p:nvPicPr>
        <p:blipFill>
          <a:blip r:embed="rId7"/>
          <a:stretch>
            <a:fillRect/>
          </a:stretch>
        </p:blipFill>
        <p:spPr>
          <a:xfrm>
            <a:off x="482595" y="1230030"/>
            <a:ext cx="139210" cy="296982"/>
          </a:xfrm>
          <a:prstGeom prst="rect">
            <a:avLst/>
          </a:prstGeom>
        </p:spPr>
      </p:pic>
      <p:pic>
        <p:nvPicPr>
          <p:cNvPr id="7" name="Image 5" descr="preencoded.png"/>
          <p:cNvPicPr>
            <a:picLocks noChangeAspect="1"/>
          </p:cNvPicPr>
          <p:nvPr/>
        </p:nvPicPr>
        <p:blipFill>
          <a:blip r:embed="rId8"/>
          <a:stretch>
            <a:fillRect/>
          </a:stretch>
        </p:blipFill>
        <p:spPr>
          <a:xfrm>
            <a:off x="482595" y="2232343"/>
            <a:ext cx="5160055" cy="1002313"/>
          </a:xfrm>
          <a:prstGeom prst="rect">
            <a:avLst/>
          </a:prstGeom>
        </p:spPr>
      </p:pic>
      <p:pic>
        <p:nvPicPr>
          <p:cNvPr id="8" name="Image 6" descr="preencoded.png"/>
          <p:cNvPicPr>
            <a:picLocks noChangeAspect="1"/>
          </p:cNvPicPr>
          <p:nvPr/>
        </p:nvPicPr>
        <p:blipFill>
          <a:blip r:embed="rId9"/>
          <a:stretch>
            <a:fillRect/>
          </a:stretch>
        </p:blipFill>
        <p:spPr>
          <a:xfrm>
            <a:off x="631086" y="2380833"/>
            <a:ext cx="232017" cy="259859"/>
          </a:xfrm>
          <a:prstGeom prst="rect">
            <a:avLst/>
          </a:prstGeom>
        </p:spPr>
      </p:pic>
      <p:pic>
        <p:nvPicPr>
          <p:cNvPr id="9" name="Image 7" descr="preencoded.png"/>
          <p:cNvPicPr>
            <a:picLocks noChangeAspect="1"/>
          </p:cNvPicPr>
          <p:nvPr/>
        </p:nvPicPr>
        <p:blipFill>
          <a:blip r:embed="rId10"/>
          <a:stretch>
            <a:fillRect/>
          </a:stretch>
        </p:blipFill>
        <p:spPr>
          <a:xfrm>
            <a:off x="482595" y="3346023"/>
            <a:ext cx="5160055" cy="1002313"/>
          </a:xfrm>
          <a:prstGeom prst="rect">
            <a:avLst/>
          </a:prstGeom>
        </p:spPr>
      </p:pic>
      <p:pic>
        <p:nvPicPr>
          <p:cNvPr id="10" name="Image 8" descr="preencoded.png"/>
          <p:cNvPicPr>
            <a:picLocks noChangeAspect="1"/>
          </p:cNvPicPr>
          <p:nvPr/>
        </p:nvPicPr>
        <p:blipFill>
          <a:blip r:embed="rId11"/>
          <a:stretch>
            <a:fillRect/>
          </a:stretch>
        </p:blipFill>
        <p:spPr>
          <a:xfrm>
            <a:off x="631086" y="3494514"/>
            <a:ext cx="185613" cy="259859"/>
          </a:xfrm>
          <a:prstGeom prst="rect">
            <a:avLst/>
          </a:prstGeom>
        </p:spPr>
      </p:pic>
      <p:pic>
        <p:nvPicPr>
          <p:cNvPr id="11" name="Image 9" descr="preencoded.png"/>
          <p:cNvPicPr>
            <a:picLocks noChangeAspect="1"/>
          </p:cNvPicPr>
          <p:nvPr/>
        </p:nvPicPr>
        <p:blipFill>
          <a:blip r:embed="rId12"/>
          <a:stretch>
            <a:fillRect/>
          </a:stretch>
        </p:blipFill>
        <p:spPr>
          <a:xfrm>
            <a:off x="482595" y="4459704"/>
            <a:ext cx="5160055" cy="779577"/>
          </a:xfrm>
          <a:prstGeom prst="rect">
            <a:avLst/>
          </a:prstGeom>
        </p:spPr>
      </p:pic>
      <p:pic>
        <p:nvPicPr>
          <p:cNvPr id="12" name="Image 10" descr="preencoded.png"/>
          <p:cNvPicPr>
            <a:picLocks noChangeAspect="1"/>
          </p:cNvPicPr>
          <p:nvPr/>
        </p:nvPicPr>
        <p:blipFill>
          <a:blip r:embed="rId13"/>
          <a:stretch>
            <a:fillRect/>
          </a:stretch>
        </p:blipFill>
        <p:spPr>
          <a:xfrm>
            <a:off x="631086" y="4608195"/>
            <a:ext cx="167052" cy="259859"/>
          </a:xfrm>
          <a:prstGeom prst="rect">
            <a:avLst/>
          </a:prstGeom>
        </p:spPr>
      </p:pic>
      <p:pic>
        <p:nvPicPr>
          <p:cNvPr id="13" name="Image 11" descr="preencoded.png"/>
          <p:cNvPicPr>
            <a:picLocks noChangeAspect="1"/>
          </p:cNvPicPr>
          <p:nvPr/>
        </p:nvPicPr>
        <p:blipFill>
          <a:blip r:embed="rId14"/>
          <a:stretch>
            <a:fillRect/>
          </a:stretch>
        </p:blipFill>
        <p:spPr>
          <a:xfrm>
            <a:off x="6050999" y="1044417"/>
            <a:ext cx="5531282" cy="4231987"/>
          </a:xfrm>
          <a:prstGeom prst="rect">
            <a:avLst/>
          </a:prstGeom>
        </p:spPr>
      </p:pic>
      <p:pic>
        <p:nvPicPr>
          <p:cNvPr id="14" name="Image 12" descr="preencoded.png"/>
          <p:cNvPicPr>
            <a:picLocks noChangeAspect="1"/>
          </p:cNvPicPr>
          <p:nvPr/>
        </p:nvPicPr>
        <p:blipFill>
          <a:blip r:embed="rId15"/>
          <a:stretch>
            <a:fillRect/>
          </a:stretch>
        </p:blipFill>
        <p:spPr>
          <a:xfrm>
            <a:off x="6236613" y="1230030"/>
            <a:ext cx="222736" cy="296982"/>
          </a:xfrm>
          <a:prstGeom prst="rect">
            <a:avLst/>
          </a:prstGeom>
        </p:spPr>
      </p:pic>
      <p:pic>
        <p:nvPicPr>
          <p:cNvPr id="15" name="Image 13" descr="preencoded.png"/>
          <p:cNvPicPr>
            <a:picLocks noChangeAspect="1"/>
          </p:cNvPicPr>
          <p:nvPr/>
        </p:nvPicPr>
        <p:blipFill>
          <a:blip r:embed="rId16"/>
          <a:stretch>
            <a:fillRect/>
          </a:stretch>
        </p:blipFill>
        <p:spPr>
          <a:xfrm>
            <a:off x="6236612" y="1638379"/>
            <a:ext cx="5160055" cy="779577"/>
          </a:xfrm>
          <a:prstGeom prst="rect">
            <a:avLst/>
          </a:prstGeom>
        </p:spPr>
      </p:pic>
      <p:pic>
        <p:nvPicPr>
          <p:cNvPr id="16" name="Image 14" descr="preencoded.png"/>
          <p:cNvPicPr>
            <a:picLocks noChangeAspect="1"/>
          </p:cNvPicPr>
          <p:nvPr/>
        </p:nvPicPr>
        <p:blipFill>
          <a:blip r:embed="rId17"/>
          <a:stretch>
            <a:fillRect/>
          </a:stretch>
        </p:blipFill>
        <p:spPr>
          <a:xfrm>
            <a:off x="6385104" y="1786870"/>
            <a:ext cx="185613" cy="259859"/>
          </a:xfrm>
          <a:prstGeom prst="rect">
            <a:avLst/>
          </a:prstGeom>
        </p:spPr>
      </p:pic>
      <p:pic>
        <p:nvPicPr>
          <p:cNvPr id="17" name="Image 15" descr="preencoded.png"/>
          <p:cNvPicPr>
            <a:picLocks noChangeAspect="1"/>
          </p:cNvPicPr>
          <p:nvPr/>
        </p:nvPicPr>
        <p:blipFill>
          <a:blip r:embed="rId18"/>
          <a:stretch>
            <a:fillRect/>
          </a:stretch>
        </p:blipFill>
        <p:spPr>
          <a:xfrm>
            <a:off x="6236612" y="2529324"/>
            <a:ext cx="5160055" cy="779577"/>
          </a:xfrm>
          <a:prstGeom prst="rect">
            <a:avLst/>
          </a:prstGeom>
        </p:spPr>
      </p:pic>
      <p:pic>
        <p:nvPicPr>
          <p:cNvPr id="18" name="Image 16" descr="preencoded.png"/>
          <p:cNvPicPr>
            <a:picLocks noChangeAspect="1"/>
          </p:cNvPicPr>
          <p:nvPr/>
        </p:nvPicPr>
        <p:blipFill>
          <a:blip r:embed="rId19"/>
          <a:stretch>
            <a:fillRect/>
          </a:stretch>
        </p:blipFill>
        <p:spPr>
          <a:xfrm>
            <a:off x="6385104" y="2677815"/>
            <a:ext cx="232017" cy="259859"/>
          </a:xfrm>
          <a:prstGeom prst="rect">
            <a:avLst/>
          </a:prstGeom>
        </p:spPr>
      </p:pic>
      <p:pic>
        <p:nvPicPr>
          <p:cNvPr id="19" name="Image 17" descr="preencoded.png"/>
          <p:cNvPicPr>
            <a:picLocks noChangeAspect="1"/>
          </p:cNvPicPr>
          <p:nvPr/>
        </p:nvPicPr>
        <p:blipFill>
          <a:blip r:embed="rId18"/>
          <a:stretch>
            <a:fillRect/>
          </a:stretch>
        </p:blipFill>
        <p:spPr>
          <a:xfrm>
            <a:off x="6236612" y="3420269"/>
            <a:ext cx="5160055" cy="779577"/>
          </a:xfrm>
          <a:prstGeom prst="rect">
            <a:avLst/>
          </a:prstGeom>
        </p:spPr>
      </p:pic>
      <p:pic>
        <p:nvPicPr>
          <p:cNvPr id="20" name="Image 18" descr="preencoded.png"/>
          <p:cNvPicPr>
            <a:picLocks noChangeAspect="1"/>
          </p:cNvPicPr>
          <p:nvPr/>
        </p:nvPicPr>
        <p:blipFill>
          <a:blip r:embed="rId20"/>
          <a:stretch>
            <a:fillRect/>
          </a:stretch>
        </p:blipFill>
        <p:spPr>
          <a:xfrm>
            <a:off x="6385103" y="3568760"/>
            <a:ext cx="167052" cy="259859"/>
          </a:xfrm>
          <a:prstGeom prst="rect">
            <a:avLst/>
          </a:prstGeom>
        </p:spPr>
      </p:pic>
      <p:pic>
        <p:nvPicPr>
          <p:cNvPr id="21" name="Image 19" descr="preencoded.png"/>
          <p:cNvPicPr>
            <a:picLocks noChangeAspect="1"/>
          </p:cNvPicPr>
          <p:nvPr/>
        </p:nvPicPr>
        <p:blipFill>
          <a:blip r:embed="rId18"/>
          <a:stretch>
            <a:fillRect/>
          </a:stretch>
        </p:blipFill>
        <p:spPr>
          <a:xfrm>
            <a:off x="6236612" y="4311213"/>
            <a:ext cx="5160055" cy="779577"/>
          </a:xfrm>
          <a:prstGeom prst="rect">
            <a:avLst/>
          </a:prstGeom>
        </p:spPr>
      </p:pic>
      <p:pic>
        <p:nvPicPr>
          <p:cNvPr id="22" name="Image 20" descr="preencoded.png"/>
          <p:cNvPicPr>
            <a:picLocks noChangeAspect="1"/>
          </p:cNvPicPr>
          <p:nvPr/>
        </p:nvPicPr>
        <p:blipFill>
          <a:blip r:embed="rId21"/>
          <a:stretch>
            <a:fillRect/>
          </a:stretch>
        </p:blipFill>
        <p:spPr>
          <a:xfrm>
            <a:off x="6385104" y="4459704"/>
            <a:ext cx="185613" cy="259859"/>
          </a:xfrm>
          <a:prstGeom prst="rect">
            <a:avLst/>
          </a:prstGeom>
        </p:spPr>
      </p:pic>
      <p:sp>
        <p:nvSpPr>
          <p:cNvPr id="23" name="Text 0"/>
          <p:cNvSpPr/>
          <p:nvPr/>
        </p:nvSpPr>
        <p:spPr>
          <a:xfrm>
            <a:off x="371227" y="227717"/>
            <a:ext cx="6264803"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AMI Costs and Optimization</a:t>
            </a:r>
            <a:endParaRPr lang="en-US" sz="2631" dirty="0"/>
          </a:p>
        </p:txBody>
      </p:sp>
      <p:sp>
        <p:nvSpPr>
          <p:cNvPr id="24" name="Text 1"/>
          <p:cNvSpPr/>
          <p:nvPr/>
        </p:nvSpPr>
        <p:spPr>
          <a:xfrm>
            <a:off x="9863616" y="301963"/>
            <a:ext cx="2285134"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Amazon Web Services</a:t>
            </a:r>
            <a:endParaRPr lang="en-US" sz="1169" dirty="0"/>
          </a:p>
        </p:txBody>
      </p:sp>
      <p:sp>
        <p:nvSpPr>
          <p:cNvPr id="25" name="Text 2"/>
          <p:cNvSpPr/>
          <p:nvPr/>
        </p:nvSpPr>
        <p:spPr>
          <a:xfrm>
            <a:off x="733173" y="1230030"/>
            <a:ext cx="2772891"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AMI Storage Costs</a:t>
            </a:r>
            <a:endParaRPr lang="en-US" sz="1754" dirty="0"/>
          </a:p>
        </p:txBody>
      </p:sp>
      <p:sp>
        <p:nvSpPr>
          <p:cNvPr id="26" name="Text 3"/>
          <p:cNvSpPr/>
          <p:nvPr/>
        </p:nvSpPr>
        <p:spPr>
          <a:xfrm>
            <a:off x="482595" y="1638380"/>
            <a:ext cx="5160055"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AMIs incur storage costs in Amazon S3 (root volume) and Amazon EBS (additional volumes).</a:t>
            </a:r>
            <a:endParaRPr lang="en-US" sz="1169" dirty="0"/>
          </a:p>
        </p:txBody>
      </p:sp>
      <p:sp>
        <p:nvSpPr>
          <p:cNvPr id="27" name="Text 4"/>
          <p:cNvSpPr/>
          <p:nvPr/>
        </p:nvSpPr>
        <p:spPr>
          <a:xfrm>
            <a:off x="974471" y="2380833"/>
            <a:ext cx="1102892"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S3 Storage</a:t>
            </a:r>
            <a:endParaRPr lang="en-US" sz="1315" dirty="0"/>
          </a:p>
        </p:txBody>
      </p:sp>
      <p:sp>
        <p:nvSpPr>
          <p:cNvPr id="28" name="Text 5"/>
          <p:cNvSpPr/>
          <p:nvPr/>
        </p:nvSpPr>
        <p:spPr>
          <a:xfrm>
            <a:off x="928067" y="2640693"/>
            <a:ext cx="4566092"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AMIs are stored as S3 objects, with costs based on the space used.</a:t>
            </a:r>
            <a:endParaRPr lang="en-US" sz="1169" dirty="0"/>
          </a:p>
        </p:txBody>
      </p:sp>
      <p:sp>
        <p:nvSpPr>
          <p:cNvPr id="29" name="Text 6"/>
          <p:cNvSpPr/>
          <p:nvPr/>
        </p:nvSpPr>
        <p:spPr>
          <a:xfrm>
            <a:off x="928068" y="3494514"/>
            <a:ext cx="1236011"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EBS Storage</a:t>
            </a:r>
            <a:endParaRPr lang="en-US" sz="1315" dirty="0"/>
          </a:p>
        </p:txBody>
      </p:sp>
      <p:sp>
        <p:nvSpPr>
          <p:cNvPr id="30" name="Text 7"/>
          <p:cNvSpPr/>
          <p:nvPr/>
        </p:nvSpPr>
        <p:spPr>
          <a:xfrm>
            <a:off x="928067" y="3754373"/>
            <a:ext cx="4566092"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Additional EBS volumes incur costs based on allocated space.</a:t>
            </a:r>
            <a:endParaRPr lang="en-US" sz="1169" dirty="0"/>
          </a:p>
        </p:txBody>
      </p:sp>
      <p:sp>
        <p:nvSpPr>
          <p:cNvPr id="31" name="Text 8"/>
          <p:cNvSpPr/>
          <p:nvPr/>
        </p:nvSpPr>
        <p:spPr>
          <a:xfrm>
            <a:off x="909506" y="4608195"/>
            <a:ext cx="1299701"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API Requests</a:t>
            </a:r>
            <a:endParaRPr lang="en-US" sz="1315" dirty="0"/>
          </a:p>
        </p:txBody>
      </p:sp>
      <p:sp>
        <p:nvSpPr>
          <p:cNvPr id="32" name="Text 9"/>
          <p:cNvSpPr/>
          <p:nvPr/>
        </p:nvSpPr>
        <p:spPr>
          <a:xfrm>
            <a:off x="928067" y="4868054"/>
            <a:ext cx="5479310"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Each 64KB chunk of data is billed as one request.</a:t>
            </a:r>
            <a:endParaRPr lang="en-US" sz="1169" dirty="0"/>
          </a:p>
        </p:txBody>
      </p:sp>
      <p:sp>
        <p:nvSpPr>
          <p:cNvPr id="33" name="Text 10"/>
          <p:cNvSpPr/>
          <p:nvPr/>
        </p:nvSpPr>
        <p:spPr>
          <a:xfrm>
            <a:off x="6570717" y="1230030"/>
            <a:ext cx="4354840"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Cost Optimization Strategies</a:t>
            </a:r>
            <a:endParaRPr lang="en-US" sz="1754" dirty="0"/>
          </a:p>
        </p:txBody>
      </p:sp>
      <p:sp>
        <p:nvSpPr>
          <p:cNvPr id="34" name="Text 11"/>
          <p:cNvSpPr/>
          <p:nvPr/>
        </p:nvSpPr>
        <p:spPr>
          <a:xfrm>
            <a:off x="6682085" y="1786870"/>
            <a:ext cx="1684616"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Lifecycle Policies</a:t>
            </a:r>
            <a:endParaRPr lang="en-US" sz="1315" dirty="0"/>
          </a:p>
        </p:txBody>
      </p:sp>
      <p:sp>
        <p:nvSpPr>
          <p:cNvPr id="35" name="Text 12"/>
          <p:cNvSpPr/>
          <p:nvPr/>
        </p:nvSpPr>
        <p:spPr>
          <a:xfrm>
            <a:off x="6682085" y="2046729"/>
            <a:ext cx="5479310"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Automate cleanup of old AMIs and snapshots.</a:t>
            </a:r>
            <a:endParaRPr lang="en-US" sz="1169" dirty="0"/>
          </a:p>
        </p:txBody>
      </p:sp>
      <p:sp>
        <p:nvSpPr>
          <p:cNvPr id="36" name="Text 13"/>
          <p:cNvSpPr/>
          <p:nvPr/>
        </p:nvSpPr>
        <p:spPr>
          <a:xfrm>
            <a:off x="6728488" y="2677815"/>
            <a:ext cx="1655904"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Regular Cleanup</a:t>
            </a:r>
            <a:endParaRPr lang="en-US" sz="1315" dirty="0"/>
          </a:p>
        </p:txBody>
      </p:sp>
      <p:sp>
        <p:nvSpPr>
          <p:cNvPr id="37" name="Text 14"/>
          <p:cNvSpPr/>
          <p:nvPr/>
        </p:nvSpPr>
        <p:spPr>
          <a:xfrm>
            <a:off x="6682085" y="2937674"/>
            <a:ext cx="5479310"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Remove unused AMIs and snapshots to reduce costs.</a:t>
            </a:r>
            <a:endParaRPr lang="en-US" sz="1169" dirty="0"/>
          </a:p>
        </p:txBody>
      </p:sp>
      <p:sp>
        <p:nvSpPr>
          <p:cNvPr id="38" name="Text 15"/>
          <p:cNvSpPr/>
          <p:nvPr/>
        </p:nvSpPr>
        <p:spPr>
          <a:xfrm>
            <a:off x="6663524" y="3568760"/>
            <a:ext cx="1202601"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AMI Sharing</a:t>
            </a:r>
            <a:endParaRPr lang="en-US" sz="1315" dirty="0"/>
          </a:p>
        </p:txBody>
      </p:sp>
      <p:sp>
        <p:nvSpPr>
          <p:cNvPr id="39" name="Text 16"/>
          <p:cNvSpPr/>
          <p:nvPr/>
        </p:nvSpPr>
        <p:spPr>
          <a:xfrm>
            <a:off x="6682085" y="3828619"/>
            <a:ext cx="5479310"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Share AMIs across accounts to reduce duplication.</a:t>
            </a:r>
            <a:endParaRPr lang="en-US" sz="1169" dirty="0"/>
          </a:p>
        </p:txBody>
      </p:sp>
      <p:sp>
        <p:nvSpPr>
          <p:cNvPr id="40" name="Text 17"/>
          <p:cNvSpPr/>
          <p:nvPr/>
        </p:nvSpPr>
        <p:spPr>
          <a:xfrm>
            <a:off x="6682086" y="4459704"/>
            <a:ext cx="2190645"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AMI Size Optimization</a:t>
            </a:r>
            <a:endParaRPr lang="en-US" sz="1315" dirty="0"/>
          </a:p>
        </p:txBody>
      </p:sp>
      <p:sp>
        <p:nvSpPr>
          <p:cNvPr id="41" name="Text 18"/>
          <p:cNvSpPr/>
          <p:nvPr/>
        </p:nvSpPr>
        <p:spPr>
          <a:xfrm>
            <a:off x="6682085" y="4719563"/>
            <a:ext cx="5479310"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Remove unnecessary packages to reduce AMI size.</a:t>
            </a:r>
            <a:endParaRPr lang="en-US" sz="1169"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55684"/>
          </a:xfrm>
          <a:prstGeom prst="rect">
            <a:avLst/>
          </a:prstGeom>
        </p:spPr>
      </p:pic>
      <p:pic>
        <p:nvPicPr>
          <p:cNvPr id="4" name="Image 2" descr="preencoded.png"/>
          <p:cNvPicPr>
            <a:picLocks noChangeAspect="1"/>
          </p:cNvPicPr>
          <p:nvPr/>
        </p:nvPicPr>
        <p:blipFill>
          <a:blip r:embed="rId5"/>
          <a:stretch>
            <a:fillRect/>
          </a:stretch>
        </p:blipFill>
        <p:spPr>
          <a:xfrm>
            <a:off x="0" y="79226"/>
            <a:ext cx="783927" cy="55684"/>
          </a:xfrm>
          <a:prstGeom prst="rect">
            <a:avLst/>
          </a:prstGeom>
        </p:spPr>
      </p:pic>
      <p:pic>
        <p:nvPicPr>
          <p:cNvPr id="5" name="Image 3" descr="preencoded.png"/>
          <p:cNvPicPr>
            <a:picLocks noChangeAspect="1"/>
          </p:cNvPicPr>
          <p:nvPr/>
        </p:nvPicPr>
        <p:blipFill>
          <a:blip r:embed="rId6"/>
          <a:stretch>
            <a:fillRect/>
          </a:stretch>
        </p:blipFill>
        <p:spPr>
          <a:xfrm>
            <a:off x="593963" y="617506"/>
            <a:ext cx="232017" cy="185613"/>
          </a:xfrm>
          <a:prstGeom prst="rect">
            <a:avLst/>
          </a:prstGeom>
        </p:spPr>
      </p:pic>
      <p:pic>
        <p:nvPicPr>
          <p:cNvPr id="6" name="Image 4" descr="preencoded.png"/>
          <p:cNvPicPr>
            <a:picLocks noChangeAspect="1"/>
          </p:cNvPicPr>
          <p:nvPr/>
        </p:nvPicPr>
        <p:blipFill>
          <a:blip r:embed="rId7"/>
          <a:stretch>
            <a:fillRect/>
          </a:stretch>
        </p:blipFill>
        <p:spPr>
          <a:xfrm>
            <a:off x="593963" y="1582695"/>
            <a:ext cx="593963" cy="37123"/>
          </a:xfrm>
          <a:prstGeom prst="rect">
            <a:avLst/>
          </a:prstGeom>
        </p:spPr>
      </p:pic>
      <p:pic>
        <p:nvPicPr>
          <p:cNvPr id="7" name="Image 5" descr="preencoded.png"/>
          <p:cNvPicPr>
            <a:picLocks noChangeAspect="1"/>
          </p:cNvPicPr>
          <p:nvPr/>
        </p:nvPicPr>
        <p:blipFill>
          <a:blip r:embed="rId8"/>
          <a:stretch>
            <a:fillRect/>
          </a:stretch>
        </p:blipFill>
        <p:spPr>
          <a:xfrm>
            <a:off x="593963" y="2028168"/>
            <a:ext cx="278420" cy="334104"/>
          </a:xfrm>
          <a:prstGeom prst="rect">
            <a:avLst/>
          </a:prstGeom>
        </p:spPr>
      </p:pic>
      <p:pic>
        <p:nvPicPr>
          <p:cNvPr id="8" name="Image 6" descr="preencoded.png"/>
          <p:cNvPicPr>
            <a:picLocks noChangeAspect="1"/>
          </p:cNvPicPr>
          <p:nvPr/>
        </p:nvPicPr>
        <p:blipFill>
          <a:blip r:embed="rId9"/>
          <a:stretch>
            <a:fillRect/>
          </a:stretch>
        </p:blipFill>
        <p:spPr>
          <a:xfrm>
            <a:off x="1039435" y="2956235"/>
            <a:ext cx="10245864" cy="519718"/>
          </a:xfrm>
          <a:prstGeom prst="rect">
            <a:avLst/>
          </a:prstGeom>
        </p:spPr>
      </p:pic>
      <p:pic>
        <p:nvPicPr>
          <p:cNvPr id="9" name="Image 7" descr="preencoded.png"/>
          <p:cNvPicPr>
            <a:picLocks noChangeAspect="1"/>
          </p:cNvPicPr>
          <p:nvPr/>
        </p:nvPicPr>
        <p:blipFill>
          <a:blip r:embed="rId10"/>
          <a:stretch>
            <a:fillRect/>
          </a:stretch>
        </p:blipFill>
        <p:spPr>
          <a:xfrm>
            <a:off x="1150803" y="3067603"/>
            <a:ext cx="296982" cy="296982"/>
          </a:xfrm>
          <a:prstGeom prst="rect">
            <a:avLst/>
          </a:prstGeom>
        </p:spPr>
      </p:pic>
      <p:pic>
        <p:nvPicPr>
          <p:cNvPr id="10" name="Image 8" descr="preencoded.png"/>
          <p:cNvPicPr>
            <a:picLocks noChangeAspect="1"/>
          </p:cNvPicPr>
          <p:nvPr/>
        </p:nvPicPr>
        <p:blipFill>
          <a:blip r:embed="rId9"/>
          <a:stretch>
            <a:fillRect/>
          </a:stretch>
        </p:blipFill>
        <p:spPr>
          <a:xfrm>
            <a:off x="1039435" y="3624444"/>
            <a:ext cx="10245864" cy="519718"/>
          </a:xfrm>
          <a:prstGeom prst="rect">
            <a:avLst/>
          </a:prstGeom>
        </p:spPr>
      </p:pic>
      <p:pic>
        <p:nvPicPr>
          <p:cNvPr id="11" name="Image 9" descr="preencoded.png"/>
          <p:cNvPicPr>
            <a:picLocks noChangeAspect="1"/>
          </p:cNvPicPr>
          <p:nvPr/>
        </p:nvPicPr>
        <p:blipFill>
          <a:blip r:embed="rId11"/>
          <a:stretch>
            <a:fillRect/>
          </a:stretch>
        </p:blipFill>
        <p:spPr>
          <a:xfrm>
            <a:off x="1150803" y="3735812"/>
            <a:ext cx="296982" cy="296982"/>
          </a:xfrm>
          <a:prstGeom prst="rect">
            <a:avLst/>
          </a:prstGeom>
        </p:spPr>
      </p:pic>
      <p:pic>
        <p:nvPicPr>
          <p:cNvPr id="12" name="Image 10" descr="preencoded.png"/>
          <p:cNvPicPr>
            <a:picLocks noChangeAspect="1"/>
          </p:cNvPicPr>
          <p:nvPr/>
        </p:nvPicPr>
        <p:blipFill>
          <a:blip r:embed="rId12"/>
          <a:stretch>
            <a:fillRect/>
          </a:stretch>
        </p:blipFill>
        <p:spPr>
          <a:xfrm>
            <a:off x="1039435" y="4292652"/>
            <a:ext cx="10245864" cy="519718"/>
          </a:xfrm>
          <a:prstGeom prst="rect">
            <a:avLst/>
          </a:prstGeom>
        </p:spPr>
      </p:pic>
      <p:pic>
        <p:nvPicPr>
          <p:cNvPr id="13" name="Image 11" descr="preencoded.png"/>
          <p:cNvPicPr>
            <a:picLocks noChangeAspect="1"/>
          </p:cNvPicPr>
          <p:nvPr/>
        </p:nvPicPr>
        <p:blipFill>
          <a:blip r:embed="rId13"/>
          <a:stretch>
            <a:fillRect/>
          </a:stretch>
        </p:blipFill>
        <p:spPr>
          <a:xfrm>
            <a:off x="1150803" y="4404020"/>
            <a:ext cx="296982" cy="296982"/>
          </a:xfrm>
          <a:prstGeom prst="rect">
            <a:avLst/>
          </a:prstGeom>
        </p:spPr>
      </p:pic>
      <p:pic>
        <p:nvPicPr>
          <p:cNvPr id="14" name="Image 12" descr="preencoded.png"/>
          <p:cNvPicPr>
            <a:picLocks noChangeAspect="1"/>
          </p:cNvPicPr>
          <p:nvPr/>
        </p:nvPicPr>
        <p:blipFill>
          <a:blip r:embed="rId9"/>
          <a:stretch>
            <a:fillRect/>
          </a:stretch>
        </p:blipFill>
        <p:spPr>
          <a:xfrm>
            <a:off x="1039435" y="4960861"/>
            <a:ext cx="10245864" cy="519718"/>
          </a:xfrm>
          <a:prstGeom prst="rect">
            <a:avLst/>
          </a:prstGeom>
        </p:spPr>
      </p:pic>
      <p:pic>
        <p:nvPicPr>
          <p:cNvPr id="15" name="Image 13" descr="preencoded.png"/>
          <p:cNvPicPr>
            <a:picLocks noChangeAspect="1"/>
          </p:cNvPicPr>
          <p:nvPr/>
        </p:nvPicPr>
        <p:blipFill>
          <a:blip r:embed="rId13"/>
          <a:stretch>
            <a:fillRect/>
          </a:stretch>
        </p:blipFill>
        <p:spPr>
          <a:xfrm>
            <a:off x="1150803" y="5072229"/>
            <a:ext cx="296982" cy="296982"/>
          </a:xfrm>
          <a:prstGeom prst="rect">
            <a:avLst/>
          </a:prstGeom>
        </p:spPr>
      </p:pic>
      <p:pic>
        <p:nvPicPr>
          <p:cNvPr id="17" name="Image 15" descr="preencoded.png"/>
          <p:cNvPicPr>
            <a:picLocks noChangeAspect="1"/>
          </p:cNvPicPr>
          <p:nvPr/>
        </p:nvPicPr>
        <p:blipFill>
          <a:blip r:embed="rId14"/>
          <a:stretch>
            <a:fillRect/>
          </a:stretch>
        </p:blipFill>
        <p:spPr>
          <a:xfrm>
            <a:off x="-1" y="6241594"/>
            <a:ext cx="11879263" cy="519718"/>
          </a:xfrm>
          <a:prstGeom prst="rect">
            <a:avLst/>
          </a:prstGeom>
        </p:spPr>
      </p:pic>
      <p:sp>
        <p:nvSpPr>
          <p:cNvPr id="21" name="Text 2"/>
          <p:cNvSpPr/>
          <p:nvPr/>
        </p:nvSpPr>
        <p:spPr>
          <a:xfrm>
            <a:off x="593963" y="1137223"/>
            <a:ext cx="12829604"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Question 1</a:t>
            </a:r>
            <a:endParaRPr lang="en-US" sz="2631" dirty="0"/>
          </a:p>
        </p:txBody>
      </p:sp>
      <p:sp>
        <p:nvSpPr>
          <p:cNvPr id="22" name="Text 3"/>
          <p:cNvSpPr/>
          <p:nvPr/>
        </p:nvSpPr>
        <p:spPr>
          <a:xfrm>
            <a:off x="1020874" y="1991045"/>
            <a:ext cx="10264425" cy="668209"/>
          </a:xfrm>
          <a:prstGeom prst="rect">
            <a:avLst/>
          </a:prstGeom>
          <a:noFill/>
          <a:ln/>
        </p:spPr>
        <p:txBody>
          <a:bodyPr vert="horz" wrap="square" lIns="0" tIns="0" rIns="0" bIns="0" rtlCol="0" anchor="t"/>
          <a:lstStyle/>
          <a:p>
            <a:pPr>
              <a:lnSpc>
                <a:spcPts val="2631"/>
              </a:lnSpc>
            </a:pPr>
            <a:r>
              <a:rPr lang="en-US" sz="2192" b="1" dirty="0">
                <a:solidFill>
                  <a:srgbClr val="374151"/>
                </a:solidFill>
                <a:latin typeface="ui-sans-serif" pitchFamily="34" charset="0"/>
                <a:ea typeface="ui-sans-serif" pitchFamily="34" charset="-122"/>
                <a:cs typeface="ui-sans-serif" pitchFamily="34" charset="-120"/>
              </a:rPr>
              <a:t>Which of the following is NOT a characteristic that makes an AMI specific?</a:t>
            </a:r>
            <a:endParaRPr lang="en-US" sz="2192" dirty="0"/>
          </a:p>
        </p:txBody>
      </p:sp>
      <p:sp>
        <p:nvSpPr>
          <p:cNvPr id="23" name="Text 4"/>
          <p:cNvSpPr/>
          <p:nvPr/>
        </p:nvSpPr>
        <p:spPr>
          <a:xfrm>
            <a:off x="1227369" y="3086165"/>
            <a:ext cx="172446"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A</a:t>
            </a:r>
            <a:endParaRPr lang="en-US" sz="1461" dirty="0"/>
          </a:p>
        </p:txBody>
      </p:sp>
      <p:sp>
        <p:nvSpPr>
          <p:cNvPr id="24" name="Text 5"/>
          <p:cNvSpPr/>
          <p:nvPr/>
        </p:nvSpPr>
        <p:spPr>
          <a:xfrm>
            <a:off x="1596275" y="3086165"/>
            <a:ext cx="762524"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Region</a:t>
            </a:r>
            <a:endParaRPr lang="en-US" sz="1461" dirty="0"/>
          </a:p>
        </p:txBody>
      </p:sp>
      <p:sp>
        <p:nvSpPr>
          <p:cNvPr id="25" name="Text 6"/>
          <p:cNvSpPr/>
          <p:nvPr/>
        </p:nvSpPr>
        <p:spPr>
          <a:xfrm>
            <a:off x="1228529" y="3754373"/>
            <a:ext cx="169837"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B</a:t>
            </a:r>
            <a:endParaRPr lang="en-US" sz="1461" dirty="0"/>
          </a:p>
        </p:txBody>
      </p:sp>
      <p:sp>
        <p:nvSpPr>
          <p:cNvPr id="26" name="Text 7"/>
          <p:cNvSpPr/>
          <p:nvPr/>
        </p:nvSpPr>
        <p:spPr>
          <a:xfrm>
            <a:off x="1596276" y="3754373"/>
            <a:ext cx="1989661"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Operating system</a:t>
            </a:r>
            <a:endParaRPr lang="en-US" sz="1461" dirty="0"/>
          </a:p>
        </p:txBody>
      </p:sp>
      <p:sp>
        <p:nvSpPr>
          <p:cNvPr id="27" name="Text 8"/>
          <p:cNvSpPr/>
          <p:nvPr/>
        </p:nvSpPr>
        <p:spPr>
          <a:xfrm>
            <a:off x="1231139" y="4422582"/>
            <a:ext cx="163572"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C</a:t>
            </a:r>
            <a:endParaRPr lang="en-US" sz="1461" dirty="0"/>
          </a:p>
        </p:txBody>
      </p:sp>
      <p:sp>
        <p:nvSpPr>
          <p:cNvPr id="28" name="Text 9"/>
          <p:cNvSpPr/>
          <p:nvPr/>
        </p:nvSpPr>
        <p:spPr>
          <a:xfrm>
            <a:off x="1596276" y="4422582"/>
            <a:ext cx="495240"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Cost</a:t>
            </a:r>
            <a:endParaRPr lang="en-US" sz="1461" dirty="0"/>
          </a:p>
        </p:txBody>
      </p:sp>
      <p:sp>
        <p:nvSpPr>
          <p:cNvPr id="29" name="Text 10"/>
          <p:cNvSpPr/>
          <p:nvPr/>
        </p:nvSpPr>
        <p:spPr>
          <a:xfrm>
            <a:off x="1222149" y="5090790"/>
            <a:ext cx="184975"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D</a:t>
            </a:r>
            <a:endParaRPr lang="en-US" sz="1461" dirty="0"/>
          </a:p>
        </p:txBody>
      </p:sp>
      <p:sp>
        <p:nvSpPr>
          <p:cNvPr id="30" name="Text 11"/>
          <p:cNvSpPr/>
          <p:nvPr/>
        </p:nvSpPr>
        <p:spPr>
          <a:xfrm>
            <a:off x="1596276" y="5090790"/>
            <a:ext cx="2491339"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Processor architecture</a:t>
            </a:r>
            <a:endParaRPr lang="en-US" sz="146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7071873"/>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55684"/>
          </a:xfrm>
          <a:prstGeom prst="rect">
            <a:avLst/>
          </a:prstGeom>
        </p:spPr>
      </p:pic>
      <p:pic>
        <p:nvPicPr>
          <p:cNvPr id="4" name="Image 2" descr="preencoded.png"/>
          <p:cNvPicPr>
            <a:picLocks noChangeAspect="1"/>
          </p:cNvPicPr>
          <p:nvPr/>
        </p:nvPicPr>
        <p:blipFill>
          <a:blip r:embed="rId5"/>
          <a:stretch>
            <a:fillRect/>
          </a:stretch>
        </p:blipFill>
        <p:spPr>
          <a:xfrm>
            <a:off x="0" y="79226"/>
            <a:ext cx="974036" cy="55684"/>
          </a:xfrm>
          <a:prstGeom prst="rect">
            <a:avLst/>
          </a:prstGeom>
        </p:spPr>
      </p:pic>
      <p:pic>
        <p:nvPicPr>
          <p:cNvPr id="5" name="Image 3" descr="preencoded.png"/>
          <p:cNvPicPr>
            <a:picLocks noChangeAspect="1"/>
          </p:cNvPicPr>
          <p:nvPr/>
        </p:nvPicPr>
        <p:blipFill>
          <a:blip r:embed="rId6"/>
          <a:stretch>
            <a:fillRect/>
          </a:stretch>
        </p:blipFill>
        <p:spPr>
          <a:xfrm>
            <a:off x="593963" y="617506"/>
            <a:ext cx="232017" cy="185613"/>
          </a:xfrm>
          <a:prstGeom prst="rect">
            <a:avLst/>
          </a:prstGeom>
        </p:spPr>
      </p:pic>
      <p:pic>
        <p:nvPicPr>
          <p:cNvPr id="6" name="Image 4" descr="preencoded.png"/>
          <p:cNvPicPr>
            <a:picLocks noChangeAspect="1"/>
          </p:cNvPicPr>
          <p:nvPr/>
        </p:nvPicPr>
        <p:blipFill>
          <a:blip r:embed="rId7"/>
          <a:stretch>
            <a:fillRect/>
          </a:stretch>
        </p:blipFill>
        <p:spPr>
          <a:xfrm>
            <a:off x="593963" y="1582695"/>
            <a:ext cx="593963" cy="37123"/>
          </a:xfrm>
          <a:prstGeom prst="rect">
            <a:avLst/>
          </a:prstGeom>
        </p:spPr>
      </p:pic>
      <p:pic>
        <p:nvPicPr>
          <p:cNvPr id="7" name="Image 5" descr="preencoded.png"/>
          <p:cNvPicPr>
            <a:picLocks noChangeAspect="1"/>
          </p:cNvPicPr>
          <p:nvPr/>
        </p:nvPicPr>
        <p:blipFill>
          <a:blip r:embed="rId8"/>
          <a:stretch>
            <a:fillRect/>
          </a:stretch>
        </p:blipFill>
        <p:spPr>
          <a:xfrm>
            <a:off x="593963" y="1842555"/>
            <a:ext cx="10691336" cy="445472"/>
          </a:xfrm>
          <a:prstGeom prst="rect">
            <a:avLst/>
          </a:prstGeom>
        </p:spPr>
      </p:pic>
      <p:pic>
        <p:nvPicPr>
          <p:cNvPr id="8" name="Image 6" descr="preencoded.png"/>
          <p:cNvPicPr>
            <a:picLocks noChangeAspect="1"/>
          </p:cNvPicPr>
          <p:nvPr/>
        </p:nvPicPr>
        <p:blipFill>
          <a:blip r:embed="rId9"/>
          <a:stretch>
            <a:fillRect/>
          </a:stretch>
        </p:blipFill>
        <p:spPr>
          <a:xfrm>
            <a:off x="742454" y="1916800"/>
            <a:ext cx="222736" cy="296982"/>
          </a:xfrm>
          <a:prstGeom prst="rect">
            <a:avLst/>
          </a:prstGeom>
        </p:spPr>
      </p:pic>
      <p:pic>
        <p:nvPicPr>
          <p:cNvPr id="9" name="Image 7" descr="preencoded.png"/>
          <p:cNvPicPr>
            <a:picLocks noChangeAspect="1"/>
          </p:cNvPicPr>
          <p:nvPr/>
        </p:nvPicPr>
        <p:blipFill>
          <a:blip r:embed="rId10"/>
          <a:stretch>
            <a:fillRect/>
          </a:stretch>
        </p:blipFill>
        <p:spPr>
          <a:xfrm>
            <a:off x="593963" y="4144161"/>
            <a:ext cx="10691336" cy="1856135"/>
          </a:xfrm>
          <a:prstGeom prst="rect">
            <a:avLst/>
          </a:prstGeom>
        </p:spPr>
      </p:pic>
      <p:pic>
        <p:nvPicPr>
          <p:cNvPr id="10" name="Image 8" descr="preencoded.png"/>
          <p:cNvPicPr>
            <a:picLocks noChangeAspect="1"/>
          </p:cNvPicPr>
          <p:nvPr/>
        </p:nvPicPr>
        <p:blipFill>
          <a:blip r:embed="rId11"/>
          <a:stretch>
            <a:fillRect/>
          </a:stretch>
        </p:blipFill>
        <p:spPr>
          <a:xfrm>
            <a:off x="779577" y="4366898"/>
            <a:ext cx="185613" cy="185613"/>
          </a:xfrm>
          <a:prstGeom prst="rect">
            <a:avLst/>
          </a:prstGeom>
        </p:spPr>
      </p:pic>
      <p:pic>
        <p:nvPicPr>
          <p:cNvPr id="11" name="Image 9" descr="preencoded.png"/>
          <p:cNvPicPr>
            <a:picLocks noChangeAspect="1"/>
          </p:cNvPicPr>
          <p:nvPr/>
        </p:nvPicPr>
        <p:blipFill>
          <a:blip r:embed="rId12"/>
          <a:stretch>
            <a:fillRect/>
          </a:stretch>
        </p:blipFill>
        <p:spPr>
          <a:xfrm>
            <a:off x="1076558" y="4701002"/>
            <a:ext cx="296982" cy="296982"/>
          </a:xfrm>
          <a:prstGeom prst="rect">
            <a:avLst/>
          </a:prstGeom>
        </p:spPr>
      </p:pic>
      <p:pic>
        <p:nvPicPr>
          <p:cNvPr id="12" name="Image 10" descr="preencoded.png"/>
          <p:cNvPicPr>
            <a:picLocks noChangeAspect="1"/>
          </p:cNvPicPr>
          <p:nvPr/>
        </p:nvPicPr>
        <p:blipFill>
          <a:blip r:embed="rId13"/>
          <a:stretch>
            <a:fillRect/>
          </a:stretch>
        </p:blipFill>
        <p:spPr>
          <a:xfrm>
            <a:off x="1150803" y="4775247"/>
            <a:ext cx="148491" cy="148491"/>
          </a:xfrm>
          <a:prstGeom prst="rect">
            <a:avLst/>
          </a:prstGeom>
        </p:spPr>
      </p:pic>
      <p:pic>
        <p:nvPicPr>
          <p:cNvPr id="13" name="Image 11" descr="preencoded.png"/>
          <p:cNvPicPr>
            <a:picLocks noChangeAspect="1"/>
          </p:cNvPicPr>
          <p:nvPr/>
        </p:nvPicPr>
        <p:blipFill>
          <a:blip r:embed="rId14"/>
          <a:stretch>
            <a:fillRect/>
          </a:stretch>
        </p:blipFill>
        <p:spPr>
          <a:xfrm>
            <a:off x="6143806" y="4701002"/>
            <a:ext cx="296982" cy="296982"/>
          </a:xfrm>
          <a:prstGeom prst="rect">
            <a:avLst/>
          </a:prstGeom>
        </p:spPr>
      </p:pic>
      <p:pic>
        <p:nvPicPr>
          <p:cNvPr id="14" name="Image 12" descr="preencoded.png"/>
          <p:cNvPicPr>
            <a:picLocks noChangeAspect="1"/>
          </p:cNvPicPr>
          <p:nvPr/>
        </p:nvPicPr>
        <p:blipFill>
          <a:blip r:embed="rId15"/>
          <a:stretch>
            <a:fillRect/>
          </a:stretch>
        </p:blipFill>
        <p:spPr>
          <a:xfrm>
            <a:off x="6208771" y="4775247"/>
            <a:ext cx="167052" cy="148491"/>
          </a:xfrm>
          <a:prstGeom prst="rect">
            <a:avLst/>
          </a:prstGeom>
        </p:spPr>
      </p:pic>
      <p:pic>
        <p:nvPicPr>
          <p:cNvPr id="15" name="Image 13" descr="preencoded.png"/>
          <p:cNvPicPr>
            <a:picLocks noChangeAspect="1"/>
          </p:cNvPicPr>
          <p:nvPr/>
        </p:nvPicPr>
        <p:blipFill>
          <a:blip r:embed="rId16"/>
          <a:stretch>
            <a:fillRect/>
          </a:stretch>
        </p:blipFill>
        <p:spPr>
          <a:xfrm>
            <a:off x="1076558" y="5109351"/>
            <a:ext cx="296982" cy="296982"/>
          </a:xfrm>
          <a:prstGeom prst="rect">
            <a:avLst/>
          </a:prstGeom>
        </p:spPr>
      </p:pic>
      <p:pic>
        <p:nvPicPr>
          <p:cNvPr id="16" name="Image 14" descr="preencoded.png"/>
          <p:cNvPicPr>
            <a:picLocks noChangeAspect="1"/>
          </p:cNvPicPr>
          <p:nvPr/>
        </p:nvPicPr>
        <p:blipFill>
          <a:blip r:embed="rId17"/>
          <a:stretch>
            <a:fillRect/>
          </a:stretch>
        </p:blipFill>
        <p:spPr>
          <a:xfrm>
            <a:off x="1150803" y="5183597"/>
            <a:ext cx="148491" cy="148491"/>
          </a:xfrm>
          <a:prstGeom prst="rect">
            <a:avLst/>
          </a:prstGeom>
        </p:spPr>
      </p:pic>
      <p:pic>
        <p:nvPicPr>
          <p:cNvPr id="17" name="Image 15" descr="preencoded.png"/>
          <p:cNvPicPr>
            <a:picLocks noChangeAspect="1"/>
          </p:cNvPicPr>
          <p:nvPr/>
        </p:nvPicPr>
        <p:blipFill>
          <a:blip r:embed="rId18"/>
          <a:stretch>
            <a:fillRect/>
          </a:stretch>
        </p:blipFill>
        <p:spPr>
          <a:xfrm>
            <a:off x="6143806" y="5109351"/>
            <a:ext cx="296982" cy="296982"/>
          </a:xfrm>
          <a:prstGeom prst="rect">
            <a:avLst/>
          </a:prstGeom>
        </p:spPr>
      </p:pic>
      <p:pic>
        <p:nvPicPr>
          <p:cNvPr id="18" name="Image 16" descr="preencoded.png"/>
          <p:cNvPicPr>
            <a:picLocks noChangeAspect="1"/>
          </p:cNvPicPr>
          <p:nvPr/>
        </p:nvPicPr>
        <p:blipFill>
          <a:blip r:embed="rId19"/>
          <a:stretch>
            <a:fillRect/>
          </a:stretch>
        </p:blipFill>
        <p:spPr>
          <a:xfrm>
            <a:off x="6218051" y="5183597"/>
            <a:ext cx="148491" cy="148491"/>
          </a:xfrm>
          <a:prstGeom prst="rect">
            <a:avLst/>
          </a:prstGeom>
        </p:spPr>
      </p:pic>
      <p:pic>
        <p:nvPicPr>
          <p:cNvPr id="19" name="Image 17" descr="preencoded.png"/>
          <p:cNvPicPr>
            <a:picLocks noChangeAspect="1"/>
          </p:cNvPicPr>
          <p:nvPr/>
        </p:nvPicPr>
        <p:blipFill>
          <a:blip r:embed="rId20"/>
          <a:stretch>
            <a:fillRect/>
          </a:stretch>
        </p:blipFill>
        <p:spPr>
          <a:xfrm>
            <a:off x="1076558" y="5517701"/>
            <a:ext cx="296982" cy="296982"/>
          </a:xfrm>
          <a:prstGeom prst="rect">
            <a:avLst/>
          </a:prstGeom>
        </p:spPr>
      </p:pic>
      <p:pic>
        <p:nvPicPr>
          <p:cNvPr id="20" name="Image 18" descr="preencoded.png"/>
          <p:cNvPicPr>
            <a:picLocks noChangeAspect="1"/>
          </p:cNvPicPr>
          <p:nvPr/>
        </p:nvPicPr>
        <p:blipFill>
          <a:blip r:embed="rId21"/>
          <a:stretch>
            <a:fillRect/>
          </a:stretch>
        </p:blipFill>
        <p:spPr>
          <a:xfrm>
            <a:off x="1150803" y="5591947"/>
            <a:ext cx="148491" cy="148491"/>
          </a:xfrm>
          <a:prstGeom prst="rect">
            <a:avLst/>
          </a:prstGeom>
        </p:spPr>
      </p:pic>
      <p:sp>
        <p:nvSpPr>
          <p:cNvPr id="26" name="Text 2"/>
          <p:cNvSpPr/>
          <p:nvPr/>
        </p:nvSpPr>
        <p:spPr>
          <a:xfrm>
            <a:off x="593963" y="1137223"/>
            <a:ext cx="10691336"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Answer 1</a:t>
            </a:r>
            <a:endParaRPr lang="en-US" sz="2631" dirty="0"/>
          </a:p>
        </p:txBody>
      </p:sp>
      <p:sp>
        <p:nvSpPr>
          <p:cNvPr id="27" name="Text 3"/>
          <p:cNvSpPr/>
          <p:nvPr/>
        </p:nvSpPr>
        <p:spPr>
          <a:xfrm>
            <a:off x="1076558" y="1935361"/>
            <a:ext cx="2998586"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Correct Answer: C) Cost</a:t>
            </a:r>
            <a:endParaRPr lang="en-US" sz="1461" dirty="0"/>
          </a:p>
        </p:txBody>
      </p:sp>
      <p:sp>
        <p:nvSpPr>
          <p:cNvPr id="28" name="Text 4"/>
          <p:cNvSpPr/>
          <p:nvPr/>
        </p:nvSpPr>
        <p:spPr>
          <a:xfrm>
            <a:off x="593963" y="2510763"/>
            <a:ext cx="10691336"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Explanation:</a:t>
            </a:r>
            <a:endParaRPr lang="en-US" sz="1754" dirty="0"/>
          </a:p>
        </p:txBody>
      </p:sp>
      <p:sp>
        <p:nvSpPr>
          <p:cNvPr id="29" name="Text 5"/>
          <p:cNvSpPr/>
          <p:nvPr/>
        </p:nvSpPr>
        <p:spPr>
          <a:xfrm>
            <a:off x="593963" y="2919112"/>
            <a:ext cx="10691336" cy="779577"/>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An AMI is specific to its Region, operating system, processor architecture, root device type, and virtualization type. While the cost is associated with using an EC2 instance launched from an AMI, the cost itself is not an inherent characteristic that defines the AMI's specificity or configuration.</a:t>
            </a:r>
            <a:endParaRPr lang="en-US" sz="1461" dirty="0"/>
          </a:p>
        </p:txBody>
      </p:sp>
      <p:sp>
        <p:nvSpPr>
          <p:cNvPr id="30" name="Text 6"/>
          <p:cNvSpPr/>
          <p:nvPr/>
        </p:nvSpPr>
        <p:spPr>
          <a:xfrm>
            <a:off x="1039435" y="4329775"/>
            <a:ext cx="10320109"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 AMI is specific to:</a:t>
            </a:r>
            <a:endParaRPr lang="en-US" sz="1461" dirty="0"/>
          </a:p>
        </p:txBody>
      </p:sp>
      <p:sp>
        <p:nvSpPr>
          <p:cNvPr id="31" name="Text 7"/>
          <p:cNvSpPr/>
          <p:nvPr/>
        </p:nvSpPr>
        <p:spPr>
          <a:xfrm>
            <a:off x="1484908" y="4719563"/>
            <a:ext cx="686306"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Region</a:t>
            </a:r>
            <a:endParaRPr lang="en-US" sz="1315" dirty="0"/>
          </a:p>
        </p:txBody>
      </p:sp>
      <p:sp>
        <p:nvSpPr>
          <p:cNvPr id="32" name="Text 8"/>
          <p:cNvSpPr/>
          <p:nvPr/>
        </p:nvSpPr>
        <p:spPr>
          <a:xfrm>
            <a:off x="6552155" y="4719563"/>
            <a:ext cx="1790764"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Operating system</a:t>
            </a:r>
            <a:endParaRPr lang="en-US" sz="1315" dirty="0"/>
          </a:p>
        </p:txBody>
      </p:sp>
      <p:sp>
        <p:nvSpPr>
          <p:cNvPr id="33" name="Text 9"/>
          <p:cNvSpPr/>
          <p:nvPr/>
        </p:nvSpPr>
        <p:spPr>
          <a:xfrm>
            <a:off x="1484908" y="5127913"/>
            <a:ext cx="2242327"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Processor architecture</a:t>
            </a:r>
            <a:endParaRPr lang="en-US" sz="1315" dirty="0"/>
          </a:p>
        </p:txBody>
      </p:sp>
      <p:sp>
        <p:nvSpPr>
          <p:cNvPr id="34" name="Text 10"/>
          <p:cNvSpPr/>
          <p:nvPr/>
        </p:nvSpPr>
        <p:spPr>
          <a:xfrm>
            <a:off x="6552156" y="5127913"/>
            <a:ext cx="1687922"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Root device type</a:t>
            </a:r>
            <a:endParaRPr lang="en-US" sz="1315" dirty="0"/>
          </a:p>
        </p:txBody>
      </p:sp>
      <p:sp>
        <p:nvSpPr>
          <p:cNvPr id="35" name="Text 11"/>
          <p:cNvSpPr/>
          <p:nvPr/>
        </p:nvSpPr>
        <p:spPr>
          <a:xfrm>
            <a:off x="1484908" y="5536263"/>
            <a:ext cx="1834441"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Virtualization type</a:t>
            </a:r>
            <a:endParaRPr lang="en-US" sz="131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55684"/>
          </a:xfrm>
          <a:prstGeom prst="rect">
            <a:avLst/>
          </a:prstGeom>
        </p:spPr>
      </p:pic>
      <p:pic>
        <p:nvPicPr>
          <p:cNvPr id="4" name="Image 2" descr="preencoded.png"/>
          <p:cNvPicPr>
            <a:picLocks noChangeAspect="1"/>
          </p:cNvPicPr>
          <p:nvPr/>
        </p:nvPicPr>
        <p:blipFill>
          <a:blip r:embed="rId5"/>
          <a:stretch>
            <a:fillRect/>
          </a:stretch>
        </p:blipFill>
        <p:spPr>
          <a:xfrm>
            <a:off x="0" y="79226"/>
            <a:ext cx="1164144" cy="55684"/>
          </a:xfrm>
          <a:prstGeom prst="rect">
            <a:avLst/>
          </a:prstGeom>
        </p:spPr>
      </p:pic>
      <p:pic>
        <p:nvPicPr>
          <p:cNvPr id="5" name="Image 3" descr="preencoded.png"/>
          <p:cNvPicPr>
            <a:picLocks noChangeAspect="1"/>
          </p:cNvPicPr>
          <p:nvPr/>
        </p:nvPicPr>
        <p:blipFill>
          <a:blip r:embed="rId6"/>
          <a:stretch>
            <a:fillRect/>
          </a:stretch>
        </p:blipFill>
        <p:spPr>
          <a:xfrm>
            <a:off x="593963" y="617506"/>
            <a:ext cx="232017" cy="185613"/>
          </a:xfrm>
          <a:prstGeom prst="rect">
            <a:avLst/>
          </a:prstGeom>
        </p:spPr>
      </p:pic>
      <p:pic>
        <p:nvPicPr>
          <p:cNvPr id="6" name="Image 4" descr="preencoded.png"/>
          <p:cNvPicPr>
            <a:picLocks noChangeAspect="1"/>
          </p:cNvPicPr>
          <p:nvPr/>
        </p:nvPicPr>
        <p:blipFill>
          <a:blip r:embed="rId7"/>
          <a:stretch>
            <a:fillRect/>
          </a:stretch>
        </p:blipFill>
        <p:spPr>
          <a:xfrm>
            <a:off x="593963" y="1582695"/>
            <a:ext cx="593963" cy="37123"/>
          </a:xfrm>
          <a:prstGeom prst="rect">
            <a:avLst/>
          </a:prstGeom>
        </p:spPr>
      </p:pic>
      <p:pic>
        <p:nvPicPr>
          <p:cNvPr id="7" name="Image 5" descr="preencoded.png"/>
          <p:cNvPicPr>
            <a:picLocks noChangeAspect="1"/>
          </p:cNvPicPr>
          <p:nvPr/>
        </p:nvPicPr>
        <p:blipFill>
          <a:blip r:embed="rId8"/>
          <a:stretch>
            <a:fillRect/>
          </a:stretch>
        </p:blipFill>
        <p:spPr>
          <a:xfrm>
            <a:off x="593963" y="2028168"/>
            <a:ext cx="278420" cy="334104"/>
          </a:xfrm>
          <a:prstGeom prst="rect">
            <a:avLst/>
          </a:prstGeom>
        </p:spPr>
      </p:pic>
      <p:pic>
        <p:nvPicPr>
          <p:cNvPr id="8" name="Image 6" descr="preencoded.png"/>
          <p:cNvPicPr>
            <a:picLocks noChangeAspect="1"/>
          </p:cNvPicPr>
          <p:nvPr/>
        </p:nvPicPr>
        <p:blipFill>
          <a:blip r:embed="rId9"/>
          <a:stretch>
            <a:fillRect/>
          </a:stretch>
        </p:blipFill>
        <p:spPr>
          <a:xfrm>
            <a:off x="1039435" y="2956235"/>
            <a:ext cx="10245864" cy="519718"/>
          </a:xfrm>
          <a:prstGeom prst="rect">
            <a:avLst/>
          </a:prstGeom>
        </p:spPr>
      </p:pic>
      <p:pic>
        <p:nvPicPr>
          <p:cNvPr id="9" name="Image 7" descr="preencoded.png"/>
          <p:cNvPicPr>
            <a:picLocks noChangeAspect="1"/>
          </p:cNvPicPr>
          <p:nvPr/>
        </p:nvPicPr>
        <p:blipFill>
          <a:blip r:embed="rId10"/>
          <a:stretch>
            <a:fillRect/>
          </a:stretch>
        </p:blipFill>
        <p:spPr>
          <a:xfrm>
            <a:off x="1150803" y="3067603"/>
            <a:ext cx="296982" cy="296982"/>
          </a:xfrm>
          <a:prstGeom prst="rect">
            <a:avLst/>
          </a:prstGeom>
        </p:spPr>
      </p:pic>
      <p:pic>
        <p:nvPicPr>
          <p:cNvPr id="10" name="Image 8" descr="preencoded.png"/>
          <p:cNvPicPr>
            <a:picLocks noChangeAspect="1"/>
          </p:cNvPicPr>
          <p:nvPr/>
        </p:nvPicPr>
        <p:blipFill>
          <a:blip r:embed="rId9"/>
          <a:stretch>
            <a:fillRect/>
          </a:stretch>
        </p:blipFill>
        <p:spPr>
          <a:xfrm>
            <a:off x="1039435" y="3624444"/>
            <a:ext cx="10245864" cy="519718"/>
          </a:xfrm>
          <a:prstGeom prst="rect">
            <a:avLst/>
          </a:prstGeom>
        </p:spPr>
      </p:pic>
      <p:pic>
        <p:nvPicPr>
          <p:cNvPr id="11" name="Image 9" descr="preencoded.png"/>
          <p:cNvPicPr>
            <a:picLocks noChangeAspect="1"/>
          </p:cNvPicPr>
          <p:nvPr/>
        </p:nvPicPr>
        <p:blipFill>
          <a:blip r:embed="rId11"/>
          <a:stretch>
            <a:fillRect/>
          </a:stretch>
        </p:blipFill>
        <p:spPr>
          <a:xfrm>
            <a:off x="1150803" y="3735812"/>
            <a:ext cx="296982" cy="296982"/>
          </a:xfrm>
          <a:prstGeom prst="rect">
            <a:avLst/>
          </a:prstGeom>
        </p:spPr>
      </p:pic>
      <p:pic>
        <p:nvPicPr>
          <p:cNvPr id="12" name="Image 10" descr="preencoded.png"/>
          <p:cNvPicPr>
            <a:picLocks noChangeAspect="1"/>
          </p:cNvPicPr>
          <p:nvPr/>
        </p:nvPicPr>
        <p:blipFill>
          <a:blip r:embed="rId12"/>
          <a:stretch>
            <a:fillRect/>
          </a:stretch>
        </p:blipFill>
        <p:spPr>
          <a:xfrm>
            <a:off x="1039435" y="4292652"/>
            <a:ext cx="10245864" cy="519718"/>
          </a:xfrm>
          <a:prstGeom prst="rect">
            <a:avLst/>
          </a:prstGeom>
        </p:spPr>
      </p:pic>
      <p:pic>
        <p:nvPicPr>
          <p:cNvPr id="13" name="Image 11" descr="preencoded.png"/>
          <p:cNvPicPr>
            <a:picLocks noChangeAspect="1"/>
          </p:cNvPicPr>
          <p:nvPr/>
        </p:nvPicPr>
        <p:blipFill>
          <a:blip r:embed="rId13"/>
          <a:stretch>
            <a:fillRect/>
          </a:stretch>
        </p:blipFill>
        <p:spPr>
          <a:xfrm>
            <a:off x="1150803" y="4404020"/>
            <a:ext cx="296982" cy="296982"/>
          </a:xfrm>
          <a:prstGeom prst="rect">
            <a:avLst/>
          </a:prstGeom>
        </p:spPr>
      </p:pic>
      <p:pic>
        <p:nvPicPr>
          <p:cNvPr id="14" name="Image 12" descr="preencoded.png"/>
          <p:cNvPicPr>
            <a:picLocks noChangeAspect="1"/>
          </p:cNvPicPr>
          <p:nvPr/>
        </p:nvPicPr>
        <p:blipFill>
          <a:blip r:embed="rId9"/>
          <a:stretch>
            <a:fillRect/>
          </a:stretch>
        </p:blipFill>
        <p:spPr>
          <a:xfrm>
            <a:off x="1039435" y="4960861"/>
            <a:ext cx="10245864" cy="519718"/>
          </a:xfrm>
          <a:prstGeom prst="rect">
            <a:avLst/>
          </a:prstGeom>
        </p:spPr>
      </p:pic>
      <p:pic>
        <p:nvPicPr>
          <p:cNvPr id="15" name="Image 13" descr="preencoded.png"/>
          <p:cNvPicPr>
            <a:picLocks noChangeAspect="1"/>
          </p:cNvPicPr>
          <p:nvPr/>
        </p:nvPicPr>
        <p:blipFill>
          <a:blip r:embed="rId13"/>
          <a:stretch>
            <a:fillRect/>
          </a:stretch>
        </p:blipFill>
        <p:spPr>
          <a:xfrm>
            <a:off x="1150803" y="5072229"/>
            <a:ext cx="296982" cy="296982"/>
          </a:xfrm>
          <a:prstGeom prst="rect">
            <a:avLst/>
          </a:prstGeom>
        </p:spPr>
      </p:pic>
      <p:pic>
        <p:nvPicPr>
          <p:cNvPr id="17" name="Image 15" descr="preencoded.png"/>
          <p:cNvPicPr>
            <a:picLocks noChangeAspect="1"/>
          </p:cNvPicPr>
          <p:nvPr/>
        </p:nvPicPr>
        <p:blipFill>
          <a:blip r:embed="rId14"/>
          <a:stretch>
            <a:fillRect/>
          </a:stretch>
        </p:blipFill>
        <p:spPr>
          <a:xfrm>
            <a:off x="-1" y="6241594"/>
            <a:ext cx="11879263" cy="519718"/>
          </a:xfrm>
          <a:prstGeom prst="rect">
            <a:avLst/>
          </a:prstGeom>
        </p:spPr>
      </p:pic>
      <p:sp>
        <p:nvSpPr>
          <p:cNvPr id="21" name="Text 2"/>
          <p:cNvSpPr/>
          <p:nvPr/>
        </p:nvSpPr>
        <p:spPr>
          <a:xfrm>
            <a:off x="593963" y="1137223"/>
            <a:ext cx="12829604"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Question 2</a:t>
            </a:r>
            <a:endParaRPr lang="en-US" sz="2631" dirty="0"/>
          </a:p>
        </p:txBody>
      </p:sp>
      <p:sp>
        <p:nvSpPr>
          <p:cNvPr id="22" name="Text 3"/>
          <p:cNvSpPr/>
          <p:nvPr/>
        </p:nvSpPr>
        <p:spPr>
          <a:xfrm>
            <a:off x="1020874" y="1991045"/>
            <a:ext cx="10264425" cy="668209"/>
          </a:xfrm>
          <a:prstGeom prst="rect">
            <a:avLst/>
          </a:prstGeom>
          <a:noFill/>
          <a:ln/>
        </p:spPr>
        <p:txBody>
          <a:bodyPr vert="horz" wrap="square" lIns="0" tIns="0" rIns="0" bIns="0" rtlCol="0" anchor="t"/>
          <a:lstStyle/>
          <a:p>
            <a:pPr>
              <a:lnSpc>
                <a:spcPts val="2631"/>
              </a:lnSpc>
            </a:pPr>
            <a:r>
              <a:rPr lang="en-US" sz="2192" b="1" dirty="0">
                <a:solidFill>
                  <a:srgbClr val="374151"/>
                </a:solidFill>
                <a:latin typeface="ui-sans-serif" pitchFamily="34" charset="0"/>
                <a:ea typeface="ui-sans-serif" pitchFamily="34" charset="-122"/>
                <a:cs typeface="ui-sans-serif" pitchFamily="34" charset="-120"/>
              </a:rPr>
              <a:t>What is the primary purpose of an Amazon Machine Image (AMI)?</a:t>
            </a:r>
            <a:endParaRPr lang="en-US" sz="2192" dirty="0"/>
          </a:p>
        </p:txBody>
      </p:sp>
      <p:sp>
        <p:nvSpPr>
          <p:cNvPr id="23" name="Text 4"/>
          <p:cNvSpPr/>
          <p:nvPr/>
        </p:nvSpPr>
        <p:spPr>
          <a:xfrm>
            <a:off x="1227369" y="3086165"/>
            <a:ext cx="172446"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A</a:t>
            </a:r>
            <a:endParaRPr lang="en-US" sz="1461" dirty="0"/>
          </a:p>
        </p:txBody>
      </p:sp>
      <p:sp>
        <p:nvSpPr>
          <p:cNvPr id="24" name="Text 5"/>
          <p:cNvSpPr/>
          <p:nvPr/>
        </p:nvSpPr>
        <p:spPr>
          <a:xfrm>
            <a:off x="1596275" y="3086165"/>
            <a:ext cx="3388375"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To store backup copies of data</a:t>
            </a:r>
            <a:endParaRPr lang="en-US" sz="1461" dirty="0"/>
          </a:p>
        </p:txBody>
      </p:sp>
      <p:sp>
        <p:nvSpPr>
          <p:cNvPr id="25" name="Text 6"/>
          <p:cNvSpPr/>
          <p:nvPr/>
        </p:nvSpPr>
        <p:spPr>
          <a:xfrm>
            <a:off x="1228529" y="3754373"/>
            <a:ext cx="169837"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B</a:t>
            </a:r>
            <a:endParaRPr lang="en-US" sz="1461" dirty="0"/>
          </a:p>
        </p:txBody>
      </p:sp>
      <p:sp>
        <p:nvSpPr>
          <p:cNvPr id="26" name="Text 7"/>
          <p:cNvSpPr/>
          <p:nvPr/>
        </p:nvSpPr>
        <p:spPr>
          <a:xfrm>
            <a:off x="1596276" y="3754373"/>
            <a:ext cx="7165666"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To provide software required to set up and boot an EC2 instance</a:t>
            </a:r>
            <a:endParaRPr lang="en-US" sz="1461" dirty="0"/>
          </a:p>
        </p:txBody>
      </p:sp>
      <p:sp>
        <p:nvSpPr>
          <p:cNvPr id="27" name="Text 8"/>
          <p:cNvSpPr/>
          <p:nvPr/>
        </p:nvSpPr>
        <p:spPr>
          <a:xfrm>
            <a:off x="1231139" y="4422582"/>
            <a:ext cx="163572"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C</a:t>
            </a:r>
            <a:endParaRPr lang="en-US" sz="1461" dirty="0"/>
          </a:p>
        </p:txBody>
      </p:sp>
      <p:sp>
        <p:nvSpPr>
          <p:cNvPr id="28" name="Text 9"/>
          <p:cNvSpPr/>
          <p:nvPr/>
        </p:nvSpPr>
        <p:spPr>
          <a:xfrm>
            <a:off x="1596276" y="4422582"/>
            <a:ext cx="3174686"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To manage user permissions</a:t>
            </a:r>
            <a:endParaRPr lang="en-US" sz="1461" dirty="0"/>
          </a:p>
        </p:txBody>
      </p:sp>
      <p:sp>
        <p:nvSpPr>
          <p:cNvPr id="29" name="Text 10"/>
          <p:cNvSpPr/>
          <p:nvPr/>
        </p:nvSpPr>
        <p:spPr>
          <a:xfrm>
            <a:off x="1222149" y="5090790"/>
            <a:ext cx="184975"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D</a:t>
            </a:r>
            <a:endParaRPr lang="en-US" sz="1461" dirty="0"/>
          </a:p>
        </p:txBody>
      </p:sp>
      <p:sp>
        <p:nvSpPr>
          <p:cNvPr id="30" name="Text 11"/>
          <p:cNvSpPr/>
          <p:nvPr/>
        </p:nvSpPr>
        <p:spPr>
          <a:xfrm>
            <a:off x="1596276" y="5090790"/>
            <a:ext cx="3182865"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To monitor EC2 performance</a:t>
            </a:r>
            <a:endParaRPr lang="en-US" sz="146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96050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55684"/>
          </a:xfrm>
          <a:prstGeom prst="rect">
            <a:avLst/>
          </a:prstGeom>
        </p:spPr>
      </p:pic>
      <p:pic>
        <p:nvPicPr>
          <p:cNvPr id="4" name="Image 2" descr="preencoded.png"/>
          <p:cNvPicPr>
            <a:picLocks noChangeAspect="1"/>
          </p:cNvPicPr>
          <p:nvPr/>
        </p:nvPicPr>
        <p:blipFill>
          <a:blip r:embed="rId5"/>
          <a:stretch>
            <a:fillRect/>
          </a:stretch>
        </p:blipFill>
        <p:spPr>
          <a:xfrm>
            <a:off x="0" y="79226"/>
            <a:ext cx="1365999" cy="55684"/>
          </a:xfrm>
          <a:prstGeom prst="rect">
            <a:avLst/>
          </a:prstGeom>
        </p:spPr>
      </p:pic>
      <p:pic>
        <p:nvPicPr>
          <p:cNvPr id="5" name="Image 3" descr="preencoded.png"/>
          <p:cNvPicPr>
            <a:picLocks noChangeAspect="1"/>
          </p:cNvPicPr>
          <p:nvPr/>
        </p:nvPicPr>
        <p:blipFill>
          <a:blip r:embed="rId6"/>
          <a:stretch>
            <a:fillRect/>
          </a:stretch>
        </p:blipFill>
        <p:spPr>
          <a:xfrm>
            <a:off x="593963" y="617506"/>
            <a:ext cx="232017" cy="185613"/>
          </a:xfrm>
          <a:prstGeom prst="rect">
            <a:avLst/>
          </a:prstGeom>
        </p:spPr>
      </p:pic>
      <p:pic>
        <p:nvPicPr>
          <p:cNvPr id="8" name="Image 6" descr="preencoded.png"/>
          <p:cNvPicPr>
            <a:picLocks noChangeAspect="1"/>
          </p:cNvPicPr>
          <p:nvPr/>
        </p:nvPicPr>
        <p:blipFill>
          <a:blip r:embed="rId7"/>
          <a:stretch>
            <a:fillRect/>
          </a:stretch>
        </p:blipFill>
        <p:spPr>
          <a:xfrm>
            <a:off x="593963" y="2139536"/>
            <a:ext cx="593963" cy="37123"/>
          </a:xfrm>
          <a:prstGeom prst="rect">
            <a:avLst/>
          </a:prstGeom>
        </p:spPr>
      </p:pic>
      <p:pic>
        <p:nvPicPr>
          <p:cNvPr id="9" name="Image 7" descr="preencoded.png"/>
          <p:cNvPicPr>
            <a:picLocks noChangeAspect="1"/>
          </p:cNvPicPr>
          <p:nvPr/>
        </p:nvPicPr>
        <p:blipFill>
          <a:blip r:embed="rId8"/>
          <a:stretch>
            <a:fillRect/>
          </a:stretch>
        </p:blipFill>
        <p:spPr>
          <a:xfrm>
            <a:off x="593963" y="2399395"/>
            <a:ext cx="10691336" cy="890945"/>
          </a:xfrm>
          <a:prstGeom prst="rect">
            <a:avLst/>
          </a:prstGeom>
        </p:spPr>
      </p:pic>
      <p:pic>
        <p:nvPicPr>
          <p:cNvPr id="10" name="Image 8" descr="preencoded.png"/>
          <p:cNvPicPr>
            <a:picLocks noChangeAspect="1"/>
          </p:cNvPicPr>
          <p:nvPr/>
        </p:nvPicPr>
        <p:blipFill>
          <a:blip r:embed="rId9"/>
          <a:stretch>
            <a:fillRect/>
          </a:stretch>
        </p:blipFill>
        <p:spPr>
          <a:xfrm>
            <a:off x="742454" y="2696376"/>
            <a:ext cx="222736" cy="296982"/>
          </a:xfrm>
          <a:prstGeom prst="rect">
            <a:avLst/>
          </a:prstGeom>
        </p:spPr>
      </p:pic>
      <p:pic>
        <p:nvPicPr>
          <p:cNvPr id="11" name="Image 9" descr="preencoded.png"/>
          <p:cNvPicPr>
            <a:picLocks noChangeAspect="1"/>
          </p:cNvPicPr>
          <p:nvPr/>
        </p:nvPicPr>
        <p:blipFill>
          <a:blip r:embed="rId10"/>
          <a:stretch>
            <a:fillRect/>
          </a:stretch>
        </p:blipFill>
        <p:spPr>
          <a:xfrm>
            <a:off x="593963" y="3513076"/>
            <a:ext cx="10691336" cy="1559153"/>
          </a:xfrm>
          <a:prstGeom prst="rect">
            <a:avLst/>
          </a:prstGeom>
        </p:spPr>
      </p:pic>
      <p:pic>
        <p:nvPicPr>
          <p:cNvPr id="12" name="Image 10" descr="preencoded.png"/>
          <p:cNvPicPr>
            <a:picLocks noChangeAspect="1"/>
          </p:cNvPicPr>
          <p:nvPr/>
        </p:nvPicPr>
        <p:blipFill>
          <a:blip r:embed="rId11"/>
          <a:stretch>
            <a:fillRect/>
          </a:stretch>
        </p:blipFill>
        <p:spPr>
          <a:xfrm>
            <a:off x="3786369" y="5443456"/>
            <a:ext cx="2121649" cy="631086"/>
          </a:xfrm>
          <a:prstGeom prst="rect">
            <a:avLst/>
          </a:prstGeom>
        </p:spPr>
      </p:pic>
      <p:pic>
        <p:nvPicPr>
          <p:cNvPr id="13" name="Image 11" descr="preencoded.png"/>
          <p:cNvPicPr>
            <a:picLocks noChangeAspect="1"/>
          </p:cNvPicPr>
          <p:nvPr/>
        </p:nvPicPr>
        <p:blipFill>
          <a:blip r:embed="rId12"/>
          <a:stretch>
            <a:fillRect/>
          </a:stretch>
        </p:blipFill>
        <p:spPr>
          <a:xfrm>
            <a:off x="3897738" y="5591947"/>
            <a:ext cx="278420" cy="334104"/>
          </a:xfrm>
          <a:prstGeom prst="rect">
            <a:avLst/>
          </a:prstGeom>
        </p:spPr>
      </p:pic>
      <p:pic>
        <p:nvPicPr>
          <p:cNvPr id="14" name="Image 12" descr="preencoded.png"/>
          <p:cNvPicPr>
            <a:picLocks noChangeAspect="1"/>
          </p:cNvPicPr>
          <p:nvPr/>
        </p:nvPicPr>
        <p:blipFill>
          <a:blip r:embed="rId13"/>
          <a:stretch>
            <a:fillRect/>
          </a:stretch>
        </p:blipFill>
        <p:spPr>
          <a:xfrm>
            <a:off x="6056510" y="5610508"/>
            <a:ext cx="194894" cy="296982"/>
          </a:xfrm>
          <a:prstGeom prst="rect">
            <a:avLst/>
          </a:prstGeom>
        </p:spPr>
      </p:pic>
      <p:pic>
        <p:nvPicPr>
          <p:cNvPr id="15" name="Image 13" descr="preencoded.png"/>
          <p:cNvPicPr>
            <a:picLocks noChangeAspect="1"/>
          </p:cNvPicPr>
          <p:nvPr/>
        </p:nvPicPr>
        <p:blipFill>
          <a:blip r:embed="rId14"/>
          <a:stretch>
            <a:fillRect/>
          </a:stretch>
        </p:blipFill>
        <p:spPr>
          <a:xfrm>
            <a:off x="6399894" y="5443456"/>
            <a:ext cx="1692998" cy="631086"/>
          </a:xfrm>
          <a:prstGeom prst="rect">
            <a:avLst/>
          </a:prstGeom>
        </p:spPr>
      </p:pic>
      <p:pic>
        <p:nvPicPr>
          <p:cNvPr id="16" name="Image 14" descr="preencoded.png"/>
          <p:cNvPicPr>
            <a:picLocks noChangeAspect="1"/>
          </p:cNvPicPr>
          <p:nvPr/>
        </p:nvPicPr>
        <p:blipFill>
          <a:blip r:embed="rId15"/>
          <a:stretch>
            <a:fillRect/>
          </a:stretch>
        </p:blipFill>
        <p:spPr>
          <a:xfrm>
            <a:off x="6511262" y="5591947"/>
            <a:ext cx="278420" cy="334104"/>
          </a:xfrm>
          <a:prstGeom prst="rect">
            <a:avLst/>
          </a:prstGeom>
        </p:spPr>
      </p:pic>
      <p:sp>
        <p:nvSpPr>
          <p:cNvPr id="23" name="Text 4"/>
          <p:cNvSpPr/>
          <p:nvPr/>
        </p:nvSpPr>
        <p:spPr>
          <a:xfrm>
            <a:off x="593963" y="1694064"/>
            <a:ext cx="12829604"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Answer 2</a:t>
            </a:r>
            <a:endParaRPr lang="en-US" sz="2631" dirty="0"/>
          </a:p>
        </p:txBody>
      </p:sp>
      <p:sp>
        <p:nvSpPr>
          <p:cNvPr id="24" name="Text 5"/>
          <p:cNvSpPr/>
          <p:nvPr/>
        </p:nvSpPr>
        <p:spPr>
          <a:xfrm>
            <a:off x="1068351" y="2680909"/>
            <a:ext cx="10060250" cy="593963"/>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Correct Answer: B) To provide the software required to set up and boot an EC2 instance</a:t>
            </a:r>
            <a:endParaRPr lang="en-US" sz="1754" dirty="0"/>
          </a:p>
        </p:txBody>
      </p:sp>
      <p:sp>
        <p:nvSpPr>
          <p:cNvPr id="25" name="Text 6"/>
          <p:cNvSpPr/>
          <p:nvPr/>
        </p:nvSpPr>
        <p:spPr>
          <a:xfrm>
            <a:off x="742454" y="3513076"/>
            <a:ext cx="10542845"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Explanation:</a:t>
            </a:r>
            <a:endParaRPr lang="en-US" sz="1461" dirty="0"/>
          </a:p>
        </p:txBody>
      </p:sp>
      <p:sp>
        <p:nvSpPr>
          <p:cNvPr id="26" name="Text 7"/>
          <p:cNvSpPr/>
          <p:nvPr/>
        </p:nvSpPr>
        <p:spPr>
          <a:xfrm>
            <a:off x="742454" y="3884303"/>
            <a:ext cx="10542845" cy="519718"/>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The fundamental role of an AMI is to serve as a template that contains the software configuration (operating system, application server, and applications) needed to launch an Amazon EC2 instance.</a:t>
            </a:r>
            <a:endParaRPr lang="en-US" sz="1315" dirty="0"/>
          </a:p>
        </p:txBody>
      </p:sp>
      <p:sp>
        <p:nvSpPr>
          <p:cNvPr id="27" name="Text 8"/>
          <p:cNvSpPr/>
          <p:nvPr/>
        </p:nvSpPr>
        <p:spPr>
          <a:xfrm>
            <a:off x="742454" y="4552511"/>
            <a:ext cx="10542845" cy="519718"/>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You must specify an AMI when you launch an instance, and it dictates the initial state and software environment of that instance.</a:t>
            </a:r>
            <a:endParaRPr lang="en-US" sz="1315" dirty="0"/>
          </a:p>
        </p:txBody>
      </p:sp>
      <p:sp>
        <p:nvSpPr>
          <p:cNvPr id="28" name="Text 9"/>
          <p:cNvSpPr/>
          <p:nvPr/>
        </p:nvSpPr>
        <p:spPr>
          <a:xfrm>
            <a:off x="4287526" y="5554824"/>
            <a:ext cx="1509124"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AMI</a:t>
            </a:r>
            <a:endParaRPr lang="en-US" sz="1169" dirty="0"/>
          </a:p>
        </p:txBody>
      </p:sp>
      <p:sp>
        <p:nvSpPr>
          <p:cNvPr id="29" name="Text 10"/>
          <p:cNvSpPr/>
          <p:nvPr/>
        </p:nvSpPr>
        <p:spPr>
          <a:xfrm>
            <a:off x="4287527" y="5777560"/>
            <a:ext cx="1810949" cy="185613"/>
          </a:xfrm>
          <a:prstGeom prst="rect">
            <a:avLst/>
          </a:prstGeom>
          <a:noFill/>
          <a:ln/>
        </p:spPr>
        <p:txBody>
          <a:bodyPr vert="horz" wrap="square" lIns="0" tIns="0" rIns="0" bIns="0" rtlCol="0" anchor="t"/>
          <a:lstStyle/>
          <a:p>
            <a:pPr>
              <a:lnSpc>
                <a:spcPts val="1461"/>
              </a:lnSpc>
            </a:pPr>
            <a:r>
              <a:rPr lang="en-US" sz="1023" dirty="0">
                <a:solidFill>
                  <a:srgbClr val="6B7280"/>
                </a:solidFill>
                <a:latin typeface="ui-sans-serif" pitchFamily="34" charset="0"/>
                <a:ea typeface="ui-sans-serif" pitchFamily="34" charset="-122"/>
                <a:cs typeface="ui-sans-serif" pitchFamily="34" charset="-120"/>
              </a:rPr>
              <a:t>Template with software</a:t>
            </a:r>
            <a:endParaRPr lang="en-US" sz="1023" dirty="0"/>
          </a:p>
        </p:txBody>
      </p:sp>
      <p:sp>
        <p:nvSpPr>
          <p:cNvPr id="30" name="Text 11"/>
          <p:cNvSpPr/>
          <p:nvPr/>
        </p:nvSpPr>
        <p:spPr>
          <a:xfrm>
            <a:off x="6901050" y="5554824"/>
            <a:ext cx="1296568"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EC2 Instance</a:t>
            </a:r>
            <a:endParaRPr lang="en-US" sz="1169" dirty="0"/>
          </a:p>
        </p:txBody>
      </p:sp>
      <p:sp>
        <p:nvSpPr>
          <p:cNvPr id="31" name="Text 12"/>
          <p:cNvSpPr/>
          <p:nvPr/>
        </p:nvSpPr>
        <p:spPr>
          <a:xfrm>
            <a:off x="6901050" y="5777560"/>
            <a:ext cx="1296568" cy="185613"/>
          </a:xfrm>
          <a:prstGeom prst="rect">
            <a:avLst/>
          </a:prstGeom>
          <a:noFill/>
          <a:ln/>
        </p:spPr>
        <p:txBody>
          <a:bodyPr vert="horz" wrap="square" lIns="0" tIns="0" rIns="0" bIns="0" rtlCol="0" anchor="t"/>
          <a:lstStyle/>
          <a:p>
            <a:pPr>
              <a:lnSpc>
                <a:spcPts val="1461"/>
              </a:lnSpc>
            </a:pPr>
            <a:r>
              <a:rPr lang="en-US" sz="1023" dirty="0">
                <a:solidFill>
                  <a:srgbClr val="6B7280"/>
                </a:solidFill>
                <a:latin typeface="ui-sans-serif" pitchFamily="34" charset="0"/>
                <a:ea typeface="ui-sans-serif" pitchFamily="34" charset="-122"/>
                <a:cs typeface="ui-sans-serif" pitchFamily="34" charset="-120"/>
              </a:rPr>
              <a:t>Boots from AMI</a:t>
            </a:r>
            <a:endParaRPr lang="en-US" sz="1023"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6"/>
            <a:ext cx="11879263" cy="7146119"/>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55684"/>
          </a:xfrm>
          <a:prstGeom prst="rect">
            <a:avLst/>
          </a:prstGeom>
        </p:spPr>
      </p:pic>
      <p:pic>
        <p:nvPicPr>
          <p:cNvPr id="4" name="Image 2" descr="preencoded.png"/>
          <p:cNvPicPr>
            <a:picLocks noChangeAspect="1"/>
          </p:cNvPicPr>
          <p:nvPr/>
        </p:nvPicPr>
        <p:blipFill>
          <a:blip r:embed="rId5"/>
          <a:stretch>
            <a:fillRect/>
          </a:stretch>
        </p:blipFill>
        <p:spPr>
          <a:xfrm>
            <a:off x="0" y="79226"/>
            <a:ext cx="1556108" cy="55684"/>
          </a:xfrm>
          <a:prstGeom prst="rect">
            <a:avLst/>
          </a:prstGeom>
        </p:spPr>
      </p:pic>
      <p:pic>
        <p:nvPicPr>
          <p:cNvPr id="5" name="Image 3" descr="preencoded.png"/>
          <p:cNvPicPr>
            <a:picLocks noChangeAspect="1"/>
          </p:cNvPicPr>
          <p:nvPr/>
        </p:nvPicPr>
        <p:blipFill>
          <a:blip r:embed="rId6"/>
          <a:stretch>
            <a:fillRect/>
          </a:stretch>
        </p:blipFill>
        <p:spPr>
          <a:xfrm>
            <a:off x="593963" y="617506"/>
            <a:ext cx="232017" cy="185613"/>
          </a:xfrm>
          <a:prstGeom prst="rect">
            <a:avLst/>
          </a:prstGeom>
        </p:spPr>
      </p:pic>
      <p:pic>
        <p:nvPicPr>
          <p:cNvPr id="6" name="Image 4" descr="preencoded.png"/>
          <p:cNvPicPr>
            <a:picLocks noChangeAspect="1"/>
          </p:cNvPicPr>
          <p:nvPr/>
        </p:nvPicPr>
        <p:blipFill>
          <a:blip r:embed="rId7"/>
          <a:stretch>
            <a:fillRect/>
          </a:stretch>
        </p:blipFill>
        <p:spPr>
          <a:xfrm>
            <a:off x="593963" y="1582695"/>
            <a:ext cx="593963" cy="37123"/>
          </a:xfrm>
          <a:prstGeom prst="rect">
            <a:avLst/>
          </a:prstGeom>
        </p:spPr>
      </p:pic>
      <p:pic>
        <p:nvPicPr>
          <p:cNvPr id="7" name="Image 5" descr="preencoded.png"/>
          <p:cNvPicPr>
            <a:picLocks noChangeAspect="1"/>
          </p:cNvPicPr>
          <p:nvPr/>
        </p:nvPicPr>
        <p:blipFill>
          <a:blip r:embed="rId8"/>
          <a:stretch>
            <a:fillRect/>
          </a:stretch>
        </p:blipFill>
        <p:spPr>
          <a:xfrm>
            <a:off x="593963" y="2028168"/>
            <a:ext cx="278420" cy="334104"/>
          </a:xfrm>
          <a:prstGeom prst="rect">
            <a:avLst/>
          </a:prstGeom>
        </p:spPr>
      </p:pic>
      <p:pic>
        <p:nvPicPr>
          <p:cNvPr id="8" name="Image 6" descr="preencoded.png"/>
          <p:cNvPicPr>
            <a:picLocks noChangeAspect="1"/>
          </p:cNvPicPr>
          <p:nvPr/>
        </p:nvPicPr>
        <p:blipFill>
          <a:blip r:embed="rId9"/>
          <a:stretch>
            <a:fillRect/>
          </a:stretch>
        </p:blipFill>
        <p:spPr>
          <a:xfrm>
            <a:off x="5512720" y="2659254"/>
            <a:ext cx="853822" cy="593963"/>
          </a:xfrm>
          <a:prstGeom prst="rect">
            <a:avLst/>
          </a:prstGeom>
        </p:spPr>
      </p:pic>
      <p:pic>
        <p:nvPicPr>
          <p:cNvPr id="9" name="Image 7" descr="preencoded.png"/>
          <p:cNvPicPr>
            <a:picLocks noChangeAspect="1"/>
          </p:cNvPicPr>
          <p:nvPr/>
        </p:nvPicPr>
        <p:blipFill>
          <a:blip r:embed="rId10"/>
          <a:stretch>
            <a:fillRect/>
          </a:stretch>
        </p:blipFill>
        <p:spPr>
          <a:xfrm>
            <a:off x="5624088" y="2770622"/>
            <a:ext cx="296982" cy="371227"/>
          </a:xfrm>
          <a:prstGeom prst="rect">
            <a:avLst/>
          </a:prstGeom>
        </p:spPr>
      </p:pic>
      <p:pic>
        <p:nvPicPr>
          <p:cNvPr id="10" name="Image 8" descr="preencoded.png"/>
          <p:cNvPicPr>
            <a:picLocks noChangeAspect="1"/>
          </p:cNvPicPr>
          <p:nvPr/>
        </p:nvPicPr>
        <p:blipFill>
          <a:blip r:embed="rId11"/>
          <a:stretch>
            <a:fillRect/>
          </a:stretch>
        </p:blipFill>
        <p:spPr>
          <a:xfrm>
            <a:off x="6032438" y="2807744"/>
            <a:ext cx="222736" cy="296982"/>
          </a:xfrm>
          <a:prstGeom prst="rect">
            <a:avLst/>
          </a:prstGeom>
        </p:spPr>
      </p:pic>
      <p:pic>
        <p:nvPicPr>
          <p:cNvPr id="11" name="Image 9" descr="preencoded.png"/>
          <p:cNvPicPr>
            <a:picLocks noChangeAspect="1"/>
          </p:cNvPicPr>
          <p:nvPr/>
        </p:nvPicPr>
        <p:blipFill>
          <a:blip r:embed="rId12"/>
          <a:stretch>
            <a:fillRect/>
          </a:stretch>
        </p:blipFill>
        <p:spPr>
          <a:xfrm>
            <a:off x="1039435" y="3475953"/>
            <a:ext cx="10245864" cy="519718"/>
          </a:xfrm>
          <a:prstGeom prst="rect">
            <a:avLst/>
          </a:prstGeom>
        </p:spPr>
      </p:pic>
      <p:pic>
        <p:nvPicPr>
          <p:cNvPr id="12" name="Image 10" descr="preencoded.png"/>
          <p:cNvPicPr>
            <a:picLocks noChangeAspect="1"/>
          </p:cNvPicPr>
          <p:nvPr/>
        </p:nvPicPr>
        <p:blipFill>
          <a:blip r:embed="rId13"/>
          <a:stretch>
            <a:fillRect/>
          </a:stretch>
        </p:blipFill>
        <p:spPr>
          <a:xfrm>
            <a:off x="1150803" y="3587321"/>
            <a:ext cx="296982" cy="296982"/>
          </a:xfrm>
          <a:prstGeom prst="rect">
            <a:avLst/>
          </a:prstGeom>
        </p:spPr>
      </p:pic>
      <p:pic>
        <p:nvPicPr>
          <p:cNvPr id="13" name="Image 11" descr="preencoded.png"/>
          <p:cNvPicPr>
            <a:picLocks noChangeAspect="1"/>
          </p:cNvPicPr>
          <p:nvPr/>
        </p:nvPicPr>
        <p:blipFill>
          <a:blip r:embed="rId14"/>
          <a:stretch>
            <a:fillRect/>
          </a:stretch>
        </p:blipFill>
        <p:spPr>
          <a:xfrm>
            <a:off x="1039435" y="4144161"/>
            <a:ext cx="10245864" cy="519718"/>
          </a:xfrm>
          <a:prstGeom prst="rect">
            <a:avLst/>
          </a:prstGeom>
        </p:spPr>
      </p:pic>
      <p:pic>
        <p:nvPicPr>
          <p:cNvPr id="14" name="Image 12" descr="preencoded.png"/>
          <p:cNvPicPr>
            <a:picLocks noChangeAspect="1"/>
          </p:cNvPicPr>
          <p:nvPr/>
        </p:nvPicPr>
        <p:blipFill>
          <a:blip r:embed="rId13"/>
          <a:stretch>
            <a:fillRect/>
          </a:stretch>
        </p:blipFill>
        <p:spPr>
          <a:xfrm>
            <a:off x="1150803" y="4255529"/>
            <a:ext cx="296982" cy="296982"/>
          </a:xfrm>
          <a:prstGeom prst="rect">
            <a:avLst/>
          </a:prstGeom>
        </p:spPr>
      </p:pic>
      <p:pic>
        <p:nvPicPr>
          <p:cNvPr id="15" name="Image 13" descr="preencoded.png"/>
          <p:cNvPicPr>
            <a:picLocks noChangeAspect="1"/>
          </p:cNvPicPr>
          <p:nvPr/>
        </p:nvPicPr>
        <p:blipFill>
          <a:blip r:embed="rId14"/>
          <a:stretch>
            <a:fillRect/>
          </a:stretch>
        </p:blipFill>
        <p:spPr>
          <a:xfrm>
            <a:off x="1039435" y="4812370"/>
            <a:ext cx="10245864" cy="519718"/>
          </a:xfrm>
          <a:prstGeom prst="rect">
            <a:avLst/>
          </a:prstGeom>
        </p:spPr>
      </p:pic>
      <p:pic>
        <p:nvPicPr>
          <p:cNvPr id="16" name="Image 14" descr="preencoded.png"/>
          <p:cNvPicPr>
            <a:picLocks noChangeAspect="1"/>
          </p:cNvPicPr>
          <p:nvPr/>
        </p:nvPicPr>
        <p:blipFill>
          <a:blip r:embed="rId13"/>
          <a:stretch>
            <a:fillRect/>
          </a:stretch>
        </p:blipFill>
        <p:spPr>
          <a:xfrm>
            <a:off x="1150803" y="4923738"/>
            <a:ext cx="296982" cy="296982"/>
          </a:xfrm>
          <a:prstGeom prst="rect">
            <a:avLst/>
          </a:prstGeom>
        </p:spPr>
      </p:pic>
      <p:pic>
        <p:nvPicPr>
          <p:cNvPr id="17" name="Image 15" descr="preencoded.png"/>
          <p:cNvPicPr>
            <a:picLocks noChangeAspect="1"/>
          </p:cNvPicPr>
          <p:nvPr/>
        </p:nvPicPr>
        <p:blipFill>
          <a:blip r:embed="rId14"/>
          <a:stretch>
            <a:fillRect/>
          </a:stretch>
        </p:blipFill>
        <p:spPr>
          <a:xfrm>
            <a:off x="1039435" y="5480578"/>
            <a:ext cx="10245864" cy="519718"/>
          </a:xfrm>
          <a:prstGeom prst="rect">
            <a:avLst/>
          </a:prstGeom>
        </p:spPr>
      </p:pic>
      <p:pic>
        <p:nvPicPr>
          <p:cNvPr id="18" name="Image 16" descr="preencoded.png"/>
          <p:cNvPicPr>
            <a:picLocks noChangeAspect="1"/>
          </p:cNvPicPr>
          <p:nvPr/>
        </p:nvPicPr>
        <p:blipFill>
          <a:blip r:embed="rId13"/>
          <a:stretch>
            <a:fillRect/>
          </a:stretch>
        </p:blipFill>
        <p:spPr>
          <a:xfrm>
            <a:off x="1150803" y="5591946"/>
            <a:ext cx="296982" cy="296982"/>
          </a:xfrm>
          <a:prstGeom prst="rect">
            <a:avLst/>
          </a:prstGeom>
        </p:spPr>
      </p:pic>
      <p:sp>
        <p:nvSpPr>
          <p:cNvPr id="24" name="Text 2"/>
          <p:cNvSpPr/>
          <p:nvPr/>
        </p:nvSpPr>
        <p:spPr>
          <a:xfrm>
            <a:off x="593963" y="1137223"/>
            <a:ext cx="12829604"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Question 3</a:t>
            </a:r>
            <a:endParaRPr lang="en-US" sz="2631" dirty="0"/>
          </a:p>
        </p:txBody>
      </p:sp>
      <p:sp>
        <p:nvSpPr>
          <p:cNvPr id="25" name="Text 3"/>
          <p:cNvSpPr/>
          <p:nvPr/>
        </p:nvSpPr>
        <p:spPr>
          <a:xfrm>
            <a:off x="1020874" y="1991045"/>
            <a:ext cx="11179441" cy="334104"/>
          </a:xfrm>
          <a:prstGeom prst="rect">
            <a:avLst/>
          </a:prstGeom>
          <a:noFill/>
          <a:ln/>
        </p:spPr>
        <p:txBody>
          <a:bodyPr vert="horz" wrap="square" lIns="0" tIns="0" rIns="0" bIns="0" rtlCol="0" anchor="t"/>
          <a:lstStyle/>
          <a:p>
            <a:pPr>
              <a:lnSpc>
                <a:spcPts val="2631"/>
              </a:lnSpc>
            </a:pPr>
            <a:r>
              <a:rPr lang="en-US" sz="2192" b="1" dirty="0">
                <a:solidFill>
                  <a:srgbClr val="374151"/>
                </a:solidFill>
                <a:latin typeface="ui-sans-serif" pitchFamily="34" charset="0"/>
                <a:ea typeface="ui-sans-serif" pitchFamily="34" charset="-122"/>
                <a:cs typeface="ui-sans-serif" pitchFamily="34" charset="-120"/>
              </a:rPr>
              <a:t>What virtualization type do Windows AMIs exclusively use?</a:t>
            </a:r>
            <a:endParaRPr lang="en-US" sz="2192" dirty="0"/>
          </a:p>
        </p:txBody>
      </p:sp>
      <p:sp>
        <p:nvSpPr>
          <p:cNvPr id="26" name="Text 4"/>
          <p:cNvSpPr/>
          <p:nvPr/>
        </p:nvSpPr>
        <p:spPr>
          <a:xfrm>
            <a:off x="1227369" y="3605882"/>
            <a:ext cx="172446"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A</a:t>
            </a:r>
            <a:endParaRPr lang="en-US" sz="1461" dirty="0"/>
          </a:p>
        </p:txBody>
      </p:sp>
      <p:sp>
        <p:nvSpPr>
          <p:cNvPr id="27" name="Text 5"/>
          <p:cNvSpPr/>
          <p:nvPr/>
        </p:nvSpPr>
        <p:spPr>
          <a:xfrm>
            <a:off x="1596276" y="3605882"/>
            <a:ext cx="1732296"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Paravirtual (PV)</a:t>
            </a:r>
            <a:endParaRPr lang="en-US" sz="1461" dirty="0"/>
          </a:p>
        </p:txBody>
      </p:sp>
      <p:sp>
        <p:nvSpPr>
          <p:cNvPr id="28" name="Text 6"/>
          <p:cNvSpPr/>
          <p:nvPr/>
        </p:nvSpPr>
        <p:spPr>
          <a:xfrm>
            <a:off x="1228529" y="4274091"/>
            <a:ext cx="169837"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B</a:t>
            </a:r>
            <a:endParaRPr lang="en-US" sz="1461" dirty="0"/>
          </a:p>
        </p:txBody>
      </p:sp>
      <p:sp>
        <p:nvSpPr>
          <p:cNvPr id="29" name="Text 7"/>
          <p:cNvSpPr/>
          <p:nvPr/>
        </p:nvSpPr>
        <p:spPr>
          <a:xfrm>
            <a:off x="1596276" y="4274091"/>
            <a:ext cx="3633906"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Hardware Virtual Machine (HVM)</a:t>
            </a:r>
            <a:endParaRPr lang="en-US" sz="1461" dirty="0"/>
          </a:p>
        </p:txBody>
      </p:sp>
      <p:sp>
        <p:nvSpPr>
          <p:cNvPr id="30" name="Text 8"/>
          <p:cNvSpPr/>
          <p:nvPr/>
        </p:nvSpPr>
        <p:spPr>
          <a:xfrm>
            <a:off x="1231139" y="4942299"/>
            <a:ext cx="163572"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C</a:t>
            </a:r>
            <a:endParaRPr lang="en-US" sz="1461" dirty="0"/>
          </a:p>
        </p:txBody>
      </p:sp>
      <p:sp>
        <p:nvSpPr>
          <p:cNvPr id="31" name="Text 9"/>
          <p:cNvSpPr/>
          <p:nvPr/>
        </p:nvSpPr>
        <p:spPr>
          <a:xfrm>
            <a:off x="1596276" y="4942299"/>
            <a:ext cx="3367492"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Container-based Virtualization</a:t>
            </a:r>
            <a:endParaRPr lang="en-US" sz="1461" dirty="0"/>
          </a:p>
        </p:txBody>
      </p:sp>
      <p:sp>
        <p:nvSpPr>
          <p:cNvPr id="32" name="Text 10"/>
          <p:cNvSpPr/>
          <p:nvPr/>
        </p:nvSpPr>
        <p:spPr>
          <a:xfrm>
            <a:off x="1222149" y="5610508"/>
            <a:ext cx="184975"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D</a:t>
            </a:r>
            <a:endParaRPr lang="en-US" sz="1461" dirty="0"/>
          </a:p>
        </p:txBody>
      </p:sp>
      <p:sp>
        <p:nvSpPr>
          <p:cNvPr id="33" name="Text 11"/>
          <p:cNvSpPr/>
          <p:nvPr/>
        </p:nvSpPr>
        <p:spPr>
          <a:xfrm>
            <a:off x="1596276" y="5610508"/>
            <a:ext cx="2056829"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None of the above</a:t>
            </a:r>
            <a:endParaRPr lang="en-US" sz="146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55684"/>
          </a:xfrm>
          <a:prstGeom prst="rect">
            <a:avLst/>
          </a:prstGeom>
        </p:spPr>
      </p:pic>
      <p:pic>
        <p:nvPicPr>
          <p:cNvPr id="4" name="Image 2" descr="preencoded.png"/>
          <p:cNvPicPr>
            <a:picLocks noChangeAspect="1"/>
          </p:cNvPicPr>
          <p:nvPr/>
        </p:nvPicPr>
        <p:blipFill>
          <a:blip r:embed="rId5"/>
          <a:stretch>
            <a:fillRect/>
          </a:stretch>
        </p:blipFill>
        <p:spPr>
          <a:xfrm>
            <a:off x="0" y="79226"/>
            <a:ext cx="1758107" cy="55684"/>
          </a:xfrm>
          <a:prstGeom prst="rect">
            <a:avLst/>
          </a:prstGeom>
        </p:spPr>
      </p:pic>
      <p:pic>
        <p:nvPicPr>
          <p:cNvPr id="5" name="Image 3" descr="preencoded.png"/>
          <p:cNvPicPr>
            <a:picLocks noChangeAspect="1"/>
          </p:cNvPicPr>
          <p:nvPr/>
        </p:nvPicPr>
        <p:blipFill>
          <a:blip r:embed="rId6"/>
          <a:stretch>
            <a:fillRect/>
          </a:stretch>
        </p:blipFill>
        <p:spPr>
          <a:xfrm>
            <a:off x="593963" y="617506"/>
            <a:ext cx="232017" cy="185613"/>
          </a:xfrm>
          <a:prstGeom prst="rect">
            <a:avLst/>
          </a:prstGeom>
        </p:spPr>
      </p:pic>
      <p:pic>
        <p:nvPicPr>
          <p:cNvPr id="6" name="Image 4" descr="preencoded.png"/>
          <p:cNvPicPr>
            <a:picLocks noChangeAspect="1"/>
          </p:cNvPicPr>
          <p:nvPr/>
        </p:nvPicPr>
        <p:blipFill>
          <a:blip r:embed="rId7"/>
          <a:stretch>
            <a:fillRect/>
          </a:stretch>
        </p:blipFill>
        <p:spPr>
          <a:xfrm>
            <a:off x="593963" y="1879677"/>
            <a:ext cx="222736" cy="296982"/>
          </a:xfrm>
          <a:prstGeom prst="rect">
            <a:avLst/>
          </a:prstGeom>
        </p:spPr>
      </p:pic>
      <p:pic>
        <p:nvPicPr>
          <p:cNvPr id="7" name="Image 5" descr="preencoded.png"/>
          <p:cNvPicPr>
            <a:picLocks noChangeAspect="1"/>
          </p:cNvPicPr>
          <p:nvPr/>
        </p:nvPicPr>
        <p:blipFill>
          <a:blip r:embed="rId8"/>
          <a:stretch>
            <a:fillRect/>
          </a:stretch>
        </p:blipFill>
        <p:spPr>
          <a:xfrm>
            <a:off x="593963" y="2288027"/>
            <a:ext cx="10691336" cy="593963"/>
          </a:xfrm>
          <a:prstGeom prst="rect">
            <a:avLst/>
          </a:prstGeom>
        </p:spPr>
      </p:pic>
      <p:pic>
        <p:nvPicPr>
          <p:cNvPr id="8" name="Image 6" descr="preencoded.png"/>
          <p:cNvPicPr>
            <a:picLocks noChangeAspect="1"/>
          </p:cNvPicPr>
          <p:nvPr/>
        </p:nvPicPr>
        <p:blipFill>
          <a:blip r:embed="rId9"/>
          <a:stretch>
            <a:fillRect/>
          </a:stretch>
        </p:blipFill>
        <p:spPr>
          <a:xfrm>
            <a:off x="742453" y="2436517"/>
            <a:ext cx="296982" cy="296982"/>
          </a:xfrm>
          <a:prstGeom prst="rect">
            <a:avLst/>
          </a:prstGeom>
        </p:spPr>
      </p:pic>
      <p:pic>
        <p:nvPicPr>
          <p:cNvPr id="9" name="Image 7" descr="preencoded.png"/>
          <p:cNvPicPr>
            <a:picLocks noChangeAspect="1"/>
          </p:cNvPicPr>
          <p:nvPr/>
        </p:nvPicPr>
        <p:blipFill>
          <a:blip r:embed="rId10"/>
          <a:stretch>
            <a:fillRect/>
          </a:stretch>
        </p:blipFill>
        <p:spPr>
          <a:xfrm>
            <a:off x="593963" y="3178971"/>
            <a:ext cx="222736" cy="296982"/>
          </a:xfrm>
          <a:prstGeom prst="rect">
            <a:avLst/>
          </a:prstGeom>
        </p:spPr>
      </p:pic>
      <p:pic>
        <p:nvPicPr>
          <p:cNvPr id="10" name="Image 8" descr="preencoded.png"/>
          <p:cNvPicPr>
            <a:picLocks noChangeAspect="1"/>
          </p:cNvPicPr>
          <p:nvPr/>
        </p:nvPicPr>
        <p:blipFill>
          <a:blip r:embed="rId11"/>
          <a:stretch>
            <a:fillRect/>
          </a:stretch>
        </p:blipFill>
        <p:spPr>
          <a:xfrm>
            <a:off x="965190" y="4069916"/>
            <a:ext cx="296982" cy="296982"/>
          </a:xfrm>
          <a:prstGeom prst="rect">
            <a:avLst/>
          </a:prstGeom>
        </p:spPr>
      </p:pic>
      <p:pic>
        <p:nvPicPr>
          <p:cNvPr id="11" name="Image 9" descr="preencoded.png"/>
          <p:cNvPicPr>
            <a:picLocks noChangeAspect="1"/>
          </p:cNvPicPr>
          <p:nvPr/>
        </p:nvPicPr>
        <p:blipFill>
          <a:blip r:embed="rId12"/>
          <a:stretch>
            <a:fillRect/>
          </a:stretch>
        </p:blipFill>
        <p:spPr>
          <a:xfrm>
            <a:off x="1039435" y="4144161"/>
            <a:ext cx="148491" cy="148491"/>
          </a:xfrm>
          <a:prstGeom prst="rect">
            <a:avLst/>
          </a:prstGeom>
        </p:spPr>
      </p:pic>
      <p:pic>
        <p:nvPicPr>
          <p:cNvPr id="12" name="Image 10" descr="preencoded.png"/>
          <p:cNvPicPr>
            <a:picLocks noChangeAspect="1"/>
          </p:cNvPicPr>
          <p:nvPr/>
        </p:nvPicPr>
        <p:blipFill>
          <a:blip r:embed="rId13"/>
          <a:stretch>
            <a:fillRect/>
          </a:stretch>
        </p:blipFill>
        <p:spPr>
          <a:xfrm>
            <a:off x="965190" y="4515388"/>
            <a:ext cx="296982" cy="296982"/>
          </a:xfrm>
          <a:prstGeom prst="rect">
            <a:avLst/>
          </a:prstGeom>
        </p:spPr>
      </p:pic>
      <p:pic>
        <p:nvPicPr>
          <p:cNvPr id="13" name="Image 11" descr="preencoded.png"/>
          <p:cNvPicPr>
            <a:picLocks noChangeAspect="1"/>
          </p:cNvPicPr>
          <p:nvPr/>
        </p:nvPicPr>
        <p:blipFill>
          <a:blip r:embed="rId14"/>
          <a:stretch>
            <a:fillRect/>
          </a:stretch>
        </p:blipFill>
        <p:spPr>
          <a:xfrm>
            <a:off x="1030155" y="4589634"/>
            <a:ext cx="167052" cy="148491"/>
          </a:xfrm>
          <a:prstGeom prst="rect">
            <a:avLst/>
          </a:prstGeom>
        </p:spPr>
      </p:pic>
      <p:pic>
        <p:nvPicPr>
          <p:cNvPr id="14" name="Image 12" descr="preencoded.png"/>
          <p:cNvPicPr>
            <a:picLocks noChangeAspect="1"/>
          </p:cNvPicPr>
          <p:nvPr/>
        </p:nvPicPr>
        <p:blipFill>
          <a:blip r:embed="rId11"/>
          <a:stretch>
            <a:fillRect/>
          </a:stretch>
        </p:blipFill>
        <p:spPr>
          <a:xfrm>
            <a:off x="965190" y="4960861"/>
            <a:ext cx="296982" cy="296982"/>
          </a:xfrm>
          <a:prstGeom prst="rect">
            <a:avLst/>
          </a:prstGeom>
        </p:spPr>
      </p:pic>
      <p:pic>
        <p:nvPicPr>
          <p:cNvPr id="15" name="Image 13" descr="preencoded.png"/>
          <p:cNvPicPr>
            <a:picLocks noChangeAspect="1"/>
          </p:cNvPicPr>
          <p:nvPr/>
        </p:nvPicPr>
        <p:blipFill>
          <a:blip r:embed="rId15"/>
          <a:stretch>
            <a:fillRect/>
          </a:stretch>
        </p:blipFill>
        <p:spPr>
          <a:xfrm>
            <a:off x="1030155" y="5035106"/>
            <a:ext cx="167052" cy="148491"/>
          </a:xfrm>
          <a:prstGeom prst="rect">
            <a:avLst/>
          </a:prstGeom>
        </p:spPr>
      </p:pic>
      <p:pic>
        <p:nvPicPr>
          <p:cNvPr id="16" name="Image 14" descr="preencoded.png"/>
          <p:cNvPicPr>
            <a:picLocks noChangeAspect="1"/>
          </p:cNvPicPr>
          <p:nvPr/>
        </p:nvPicPr>
        <p:blipFill>
          <a:blip r:embed="rId16"/>
          <a:stretch>
            <a:fillRect/>
          </a:stretch>
        </p:blipFill>
        <p:spPr>
          <a:xfrm>
            <a:off x="-1" y="6241594"/>
            <a:ext cx="11879263" cy="519718"/>
          </a:xfrm>
          <a:prstGeom prst="rect">
            <a:avLst/>
          </a:prstGeom>
        </p:spPr>
      </p:pic>
      <p:sp>
        <p:nvSpPr>
          <p:cNvPr id="22" name="Text 4"/>
          <p:cNvSpPr/>
          <p:nvPr/>
        </p:nvSpPr>
        <p:spPr>
          <a:xfrm>
            <a:off x="928067" y="1879677"/>
            <a:ext cx="2427129" cy="296982"/>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Correct Answer:</a:t>
            </a:r>
            <a:endParaRPr lang="en-US" sz="1754" dirty="0"/>
          </a:p>
        </p:txBody>
      </p:sp>
      <p:sp>
        <p:nvSpPr>
          <p:cNvPr id="23" name="Text 5"/>
          <p:cNvSpPr/>
          <p:nvPr/>
        </p:nvSpPr>
        <p:spPr>
          <a:xfrm>
            <a:off x="820179" y="2455079"/>
            <a:ext cx="169837" cy="259859"/>
          </a:xfrm>
          <a:prstGeom prst="rect">
            <a:avLst/>
          </a:prstGeom>
          <a:noFill/>
          <a:ln/>
        </p:spPr>
        <p:txBody>
          <a:bodyPr vert="horz" wrap="square" lIns="0" tIns="0" rIns="0" bIns="0" rtlCol="0" anchor="t"/>
          <a:lstStyle/>
          <a:p>
            <a:pPr>
              <a:lnSpc>
                <a:spcPts val="2046"/>
              </a:lnSpc>
            </a:pPr>
            <a:r>
              <a:rPr lang="en-US" sz="1461" b="1" dirty="0">
                <a:solidFill>
                  <a:srgbClr val="15803D"/>
                </a:solidFill>
                <a:latin typeface="ui-sans-serif" pitchFamily="34" charset="0"/>
                <a:ea typeface="ui-sans-serif" pitchFamily="34" charset="-122"/>
                <a:cs typeface="ui-sans-serif" pitchFamily="34" charset="-120"/>
              </a:rPr>
              <a:t>B</a:t>
            </a:r>
            <a:endParaRPr lang="en-US" sz="1461" dirty="0"/>
          </a:p>
        </p:txBody>
      </p:sp>
      <p:sp>
        <p:nvSpPr>
          <p:cNvPr id="24" name="Text 6"/>
          <p:cNvSpPr/>
          <p:nvPr/>
        </p:nvSpPr>
        <p:spPr>
          <a:xfrm>
            <a:off x="1187926" y="2436517"/>
            <a:ext cx="4360583" cy="296982"/>
          </a:xfrm>
          <a:prstGeom prst="rect">
            <a:avLst/>
          </a:prstGeom>
          <a:noFill/>
          <a:ln/>
        </p:spPr>
        <p:txBody>
          <a:bodyPr vert="horz" wrap="square" lIns="0" tIns="0" rIns="0" bIns="0" rtlCol="0" anchor="t"/>
          <a:lstStyle/>
          <a:p>
            <a:pPr>
              <a:lnSpc>
                <a:spcPts val="2338"/>
              </a:lnSpc>
            </a:pPr>
            <a:r>
              <a:rPr lang="en-US" sz="1754" dirty="0">
                <a:solidFill>
                  <a:srgbClr val="374151"/>
                </a:solidFill>
                <a:latin typeface="ui-sans-serif" pitchFamily="34" charset="0"/>
                <a:ea typeface="ui-sans-serif" pitchFamily="34" charset="-122"/>
                <a:cs typeface="ui-sans-serif" pitchFamily="34" charset="-120"/>
              </a:rPr>
              <a:t>Hardware Virtual Machine (HVM)</a:t>
            </a:r>
            <a:endParaRPr lang="en-US" sz="1754" dirty="0"/>
          </a:p>
        </p:txBody>
      </p:sp>
      <p:sp>
        <p:nvSpPr>
          <p:cNvPr id="25" name="Text 7"/>
          <p:cNvSpPr/>
          <p:nvPr/>
        </p:nvSpPr>
        <p:spPr>
          <a:xfrm>
            <a:off x="928067" y="3178971"/>
            <a:ext cx="1889255" cy="296982"/>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Explanation:</a:t>
            </a:r>
            <a:endParaRPr lang="en-US" sz="1754" dirty="0"/>
          </a:p>
        </p:txBody>
      </p:sp>
      <p:sp>
        <p:nvSpPr>
          <p:cNvPr id="26" name="Text 8"/>
          <p:cNvSpPr/>
          <p:nvPr/>
        </p:nvSpPr>
        <p:spPr>
          <a:xfrm>
            <a:off x="965190" y="3587321"/>
            <a:ext cx="12384131"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Windows AMIs are designed to run exclusively on Hardware Virtual Machine (HVM) virtualization.</a:t>
            </a:r>
            <a:endParaRPr lang="en-US" sz="1461" dirty="0"/>
          </a:p>
        </p:txBody>
      </p:sp>
      <p:sp>
        <p:nvSpPr>
          <p:cNvPr id="27" name="Text 9"/>
          <p:cNvSpPr/>
          <p:nvPr/>
        </p:nvSpPr>
        <p:spPr>
          <a:xfrm>
            <a:off x="1410663" y="4069916"/>
            <a:ext cx="11542084"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HVM guests leverage hardware extensions that provide fast access to the underlying hardware on the host system</a:t>
            </a:r>
            <a:endParaRPr lang="en-US" sz="1315" dirty="0"/>
          </a:p>
        </p:txBody>
      </p:sp>
      <p:sp>
        <p:nvSpPr>
          <p:cNvPr id="28" name="Text 10"/>
          <p:cNvSpPr/>
          <p:nvPr/>
        </p:nvSpPr>
        <p:spPr>
          <a:xfrm>
            <a:off x="1410662" y="4515388"/>
            <a:ext cx="8335206"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This is crucial for the performance and functionality of Windows operating systems</a:t>
            </a:r>
            <a:endParaRPr lang="en-US" sz="1315" dirty="0"/>
          </a:p>
        </p:txBody>
      </p:sp>
      <p:sp>
        <p:nvSpPr>
          <p:cNvPr id="29" name="Text 11"/>
          <p:cNvSpPr/>
          <p:nvPr/>
        </p:nvSpPr>
        <p:spPr>
          <a:xfrm>
            <a:off x="1410662" y="4960861"/>
            <a:ext cx="10649051"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Allows Windows AMIs to run an operating system directly on top of a virtual machine without modification</a:t>
            </a:r>
            <a:endParaRPr lang="en-US" sz="1315" dirty="0"/>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50</TotalTime>
  <Words>1492</Words>
  <Application>Microsoft Office PowerPoint</Application>
  <PresentationFormat>Custom</PresentationFormat>
  <Paragraphs>286</Paragraphs>
  <Slides>17</Slides>
  <Notes>17</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ui-sans-serif</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Ritesh Behal</cp:lastModifiedBy>
  <cp:revision>51</cp:revision>
  <dcterms:created xsi:type="dcterms:W3CDTF">2025-10-28T04:52:44Z</dcterms:created>
  <dcterms:modified xsi:type="dcterms:W3CDTF">2025-11-08T13:12:55Z</dcterms:modified>
</cp:coreProperties>
</file>